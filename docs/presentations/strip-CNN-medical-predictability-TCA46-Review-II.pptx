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9" r:id="rIdProbStrip1"/>
    <p:sldId id="270" r:id="rIdProbStrip2"/>
    <p:sldId id="265" r:id="rId11"/>
    <p:sldId id="266" r:id="rId12"/>
    <p:sldId id="267" r:id="rId13"/>
    <p:sldId id="268" r:id="rId14"/>
  </p:sldIdLst>
  <p:sldSz cx="9144000" cy="6858000"/>
  <p:notesSz cx="9942513" cy="676116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ProbStrip1" Type="http://schemas.openxmlformats.org/officeDocument/2006/relationships/slide" Target="slides/slide14.xml"/><Relationship Id="rIdProbStrip2" Type="http://schemas.openxmlformats.org/officeDocument/2006/relationships/slide" Target="slides/slide1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5DDB697-EC1F-FE8E-D707-CAE076003B73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4314960" cy="33768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0000" tIns="45000" rIns="90000" bIns="45000" anchor="t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IN" sz="18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EA3B5F-3C7E-247F-722F-043095FA84E6}"/>
              </a:ext>
            </a:extLst>
          </p:cNvPr>
          <p:cNvSpPr txBox="1">
            <a:spLocks noGrp="1"/>
          </p:cNvSpPr>
          <p:nvPr>
            <p:ph type="dt" sz="quarter" idx="1"/>
          </p:nvPr>
        </p:nvSpPr>
        <p:spPr>
          <a:xfrm>
            <a:off x="5627880" y="0"/>
            <a:ext cx="4314960" cy="33768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0000" tIns="45000" rIns="90000" bIns="45000" anchor="t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IN" sz="18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1F8D53-8413-2ACB-6E6D-3F9B692BF7FF}"/>
              </a:ext>
            </a:extLst>
          </p:cNvPr>
          <p:cNvSpPr txBox="1">
            <a:spLocks noGrp="1"/>
          </p:cNvSpPr>
          <p:nvPr>
            <p:ph type="ftr" sz="quarter" idx="2"/>
          </p:nvPr>
        </p:nvSpPr>
        <p:spPr>
          <a:xfrm>
            <a:off x="0" y="6422760"/>
            <a:ext cx="4314960" cy="33768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0000" tIns="45000" rIns="90000" bIns="45000" anchor="b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IN" sz="18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146020-41F0-8E8E-BCC7-1B36D41A891B}"/>
              </a:ext>
            </a:extLst>
          </p:cNvPr>
          <p:cNvSpPr txBox="1">
            <a:spLocks noGrp="1"/>
          </p:cNvSpPr>
          <p:nvPr>
            <p:ph type="sldNum" sz="quarter" idx="3"/>
          </p:nvPr>
        </p:nvSpPr>
        <p:spPr>
          <a:xfrm>
            <a:off x="5627880" y="6422760"/>
            <a:ext cx="4314960" cy="33768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0000" tIns="45000" rIns="90000" bIns="45000" anchor="b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pos="0" algn="l"/>
                <a:tab pos="449280" algn="l"/>
                <a:tab pos="898559" algn="l"/>
                <a:tab pos="1347840" algn="l"/>
                <a:tab pos="1797120" algn="l"/>
                <a:tab pos="2246400" algn="l"/>
                <a:tab pos="2695680" algn="l"/>
                <a:tab pos="3144959" algn="l"/>
                <a:tab pos="3594240" algn="l"/>
                <a:tab pos="4043519" algn="l"/>
                <a:tab pos="4492800" algn="l"/>
                <a:tab pos="4941719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79" algn="l"/>
                <a:tab pos="8535960" algn="l"/>
                <a:tab pos="8985240" algn="l"/>
              </a:tabLst>
            </a:pPr>
            <a:fld id="{3637422C-184D-4744-8052-04B5391303B7}" type="slidenum">
              <a:t>‹#›</a:t>
            </a:fld>
            <a:endParaRPr lang="en-IN" sz="1400" b="0" i="0" u="none" strike="noStrike" kern="1200" cap="none" spc="0" baseline="0">
              <a:ln>
                <a:noFill/>
              </a:ln>
              <a:solidFill>
                <a:srgbClr val="000000"/>
              </a:solidFill>
              <a:latin typeface="Arial" pitchFamily="18"/>
              <a:ea typeface="Arial" pitchFamily="2"/>
              <a:cs typeface="Arial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24687324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334F967-CC84-2A4B-9F3D-4668486BD4E6}"/>
              </a:ext>
            </a:extLst>
          </p:cNvPr>
          <p:cNvSpPr>
            <a:spLocks noMove="1" noResize="1"/>
          </p:cNvSpPr>
          <p:nvPr/>
        </p:nvSpPr>
        <p:spPr>
          <a:xfrm>
            <a:off x="0" y="0"/>
            <a:ext cx="9943200" cy="6760799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0000" tIns="45000" rIns="90000" bIns="45000" anchor="ctr" anchorCtr="1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IN" sz="18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EEA96A07-43CE-2D2C-4EC2-EA1BAFF05796}"/>
              </a:ext>
            </a:extLst>
          </p:cNvPr>
          <p:cNvSpPr/>
          <p:nvPr/>
        </p:nvSpPr>
        <p:spPr>
          <a:xfrm>
            <a:off x="0" y="0"/>
            <a:ext cx="9942480" cy="6761160"/>
          </a:xfrm>
          <a:custGeom>
            <a:avLst/>
            <a:gdLst>
              <a:gd name="f0" fmla="val 10800000"/>
              <a:gd name="f1" fmla="val 5400000"/>
              <a:gd name="f2" fmla="val 16200000"/>
              <a:gd name="f3" fmla="val w"/>
              <a:gd name="f4" fmla="val h"/>
              <a:gd name="f5" fmla="val ss"/>
              <a:gd name="f6" fmla="val 0"/>
              <a:gd name="f7" fmla="*/ 5419351 1 1725033"/>
              <a:gd name="f8" fmla="val 45"/>
              <a:gd name="f9" fmla="val 5"/>
              <a:gd name="f10" fmla="abs f3"/>
              <a:gd name="f11" fmla="abs f4"/>
              <a:gd name="f12" fmla="abs f5"/>
              <a:gd name="f13" fmla="*/ f7 1 180"/>
              <a:gd name="f14" fmla="+- 0 0 f1"/>
              <a:gd name="f15" fmla="+- f6 f9 0"/>
              <a:gd name="f16" fmla="?: f10 f3 1"/>
              <a:gd name="f17" fmla="?: f11 f4 1"/>
              <a:gd name="f18" fmla="?: f12 f5 1"/>
              <a:gd name="f19" fmla="*/ f8 f13 1"/>
              <a:gd name="f20" fmla="+- f6 0 f15"/>
              <a:gd name="f21" fmla="+- f15 0 f6"/>
              <a:gd name="f22" fmla="*/ f16 1 21600"/>
              <a:gd name="f23" fmla="*/ f17 1 21600"/>
              <a:gd name="f24" fmla="*/ 21600 f16 1"/>
              <a:gd name="f25" fmla="*/ 21600 f17 1"/>
              <a:gd name="f26" fmla="+- 0 0 f19"/>
              <a:gd name="f27" fmla="abs f20"/>
              <a:gd name="f28" fmla="abs f21"/>
              <a:gd name="f29" fmla="?: f20 f14 f1"/>
              <a:gd name="f30" fmla="?: f20 f1 f14"/>
              <a:gd name="f31" fmla="?: f20 f2 f1"/>
              <a:gd name="f32" fmla="?: f20 f1 f2"/>
              <a:gd name="f33" fmla="?: f21 f14 f1"/>
              <a:gd name="f34" fmla="?: f21 f1 f14"/>
              <a:gd name="f35" fmla="?: f20 0 f0"/>
              <a:gd name="f36" fmla="?: f20 f0 0"/>
              <a:gd name="f37" fmla="min f23 f22"/>
              <a:gd name="f38" fmla="*/ f24 1 f18"/>
              <a:gd name="f39" fmla="*/ f25 1 f18"/>
              <a:gd name="f40" fmla="*/ f26 f0 1"/>
              <a:gd name="f41" fmla="?: f20 f32 f31"/>
              <a:gd name="f42" fmla="?: f20 f31 f32"/>
              <a:gd name="f43" fmla="?: f21 f30 f29"/>
              <a:gd name="f44" fmla="val f38"/>
              <a:gd name="f45" fmla="val f39"/>
              <a:gd name="f46" fmla="*/ f40 1 f7"/>
              <a:gd name="f47" fmla="?: f21 f42 f41"/>
              <a:gd name="f48" fmla="*/ f15 f37 1"/>
              <a:gd name="f49" fmla="*/ f6 f37 1"/>
              <a:gd name="f50" fmla="*/ f27 f37 1"/>
              <a:gd name="f51" fmla="*/ f28 f37 1"/>
              <a:gd name="f52" fmla="+- f45 0 f9"/>
              <a:gd name="f53" fmla="+- f44 0 f9"/>
              <a:gd name="f54" fmla="+- f46 0 f1"/>
              <a:gd name="f55" fmla="*/ f45 f37 1"/>
              <a:gd name="f56" fmla="*/ f44 f37 1"/>
              <a:gd name="f57" fmla="+- f45 0 f52"/>
              <a:gd name="f58" fmla="+- f44 0 f53"/>
              <a:gd name="f59" fmla="+- f52 0 f45"/>
              <a:gd name="f60" fmla="+- f53 0 f44"/>
              <a:gd name="f61" fmla="+- f54 f1 0"/>
              <a:gd name="f62" fmla="*/ f52 f37 1"/>
              <a:gd name="f63" fmla="*/ f53 f37 1"/>
              <a:gd name="f64" fmla="abs f57"/>
              <a:gd name="f65" fmla="?: f57 0 f0"/>
              <a:gd name="f66" fmla="?: f57 f0 0"/>
              <a:gd name="f67" fmla="?: f57 f33 f34"/>
              <a:gd name="f68" fmla="abs f58"/>
              <a:gd name="f69" fmla="abs f59"/>
              <a:gd name="f70" fmla="?: f58 f14 f1"/>
              <a:gd name="f71" fmla="?: f58 f1 f14"/>
              <a:gd name="f72" fmla="?: f58 f2 f1"/>
              <a:gd name="f73" fmla="?: f58 f1 f2"/>
              <a:gd name="f74" fmla="abs f60"/>
              <a:gd name="f75" fmla="?: f60 f14 f1"/>
              <a:gd name="f76" fmla="?: f60 f1 f14"/>
              <a:gd name="f77" fmla="?: f60 f36 f35"/>
              <a:gd name="f78" fmla="?: f60 f35 f36"/>
              <a:gd name="f79" fmla="*/ f61 f7 1"/>
              <a:gd name="f80" fmla="?: f21 f66 f65"/>
              <a:gd name="f81" fmla="?: f21 f65 f66"/>
              <a:gd name="f82" fmla="?: f58 f73 f72"/>
              <a:gd name="f83" fmla="?: f58 f72 f73"/>
              <a:gd name="f84" fmla="?: f59 f71 f70"/>
              <a:gd name="f85" fmla="?: f20 f77 f78"/>
              <a:gd name="f86" fmla="?: f20 f75 f76"/>
              <a:gd name="f87" fmla="*/ f79 1 f0"/>
              <a:gd name="f88" fmla="*/ f64 f37 1"/>
              <a:gd name="f89" fmla="*/ f68 f37 1"/>
              <a:gd name="f90" fmla="*/ f69 f37 1"/>
              <a:gd name="f91" fmla="*/ f74 f37 1"/>
              <a:gd name="f92" fmla="?: f57 f80 f81"/>
              <a:gd name="f93" fmla="?: f59 f83 f82"/>
              <a:gd name="f94" fmla="+- 0 0 f87"/>
              <a:gd name="f95" fmla="+- 0 0 f94"/>
              <a:gd name="f96" fmla="*/ f95 f0 1"/>
              <a:gd name="f97" fmla="*/ f96 1 f7"/>
              <a:gd name="f98" fmla="+- f97 0 f1"/>
              <a:gd name="f99" fmla="cos 1 f98"/>
              <a:gd name="f100" fmla="+- 0 0 f99"/>
              <a:gd name="f101" fmla="+- 0 0 f100"/>
              <a:gd name="f102" fmla="val f101"/>
              <a:gd name="f103" fmla="+- 0 0 f102"/>
              <a:gd name="f104" fmla="*/ f9 f103 1"/>
              <a:gd name="f105" fmla="*/ f104 3163 1"/>
              <a:gd name="f106" fmla="*/ f105 1 7636"/>
              <a:gd name="f107" fmla="+- f6 f106 0"/>
              <a:gd name="f108" fmla="+- f44 0 f106"/>
              <a:gd name="f109" fmla="+- f45 0 f106"/>
              <a:gd name="f110" fmla="*/ f107 f37 1"/>
              <a:gd name="f111" fmla="*/ f108 f37 1"/>
              <a:gd name="f112" fmla="*/ f109 f3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0" t="f110" r="f111" b="f112"/>
            <a:pathLst>
              <a:path>
                <a:moveTo>
                  <a:pt x="f48" y="f49"/>
                </a:moveTo>
                <a:arcTo wR="f50" hR="f51" stAng="f47" swAng="f43"/>
                <a:lnTo>
                  <a:pt x="f49" y="f62"/>
                </a:lnTo>
                <a:arcTo wR="f51" hR="f88" stAng="f92" swAng="f67"/>
                <a:lnTo>
                  <a:pt x="f63" y="f55"/>
                </a:lnTo>
                <a:arcTo wR="f89" hR="f90" stAng="f93" swAng="f84"/>
                <a:lnTo>
                  <a:pt x="f56" y="f48"/>
                </a:lnTo>
                <a:arcTo wR="f91" hR="f50" stAng="f85" swAng="f86"/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</p:spPr>
        <p:txBody>
          <a:bodyPr vert="horz" wrap="none" lIns="90000" tIns="46800" rIns="90000" bIns="468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IN" sz="18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7D1292F7-E650-01FD-0CEE-C54D8BAF7662}"/>
              </a:ext>
            </a:extLst>
          </p:cNvPr>
          <p:cNvSpPr/>
          <p:nvPr/>
        </p:nvSpPr>
        <p:spPr>
          <a:xfrm>
            <a:off x="0" y="0"/>
            <a:ext cx="4308480" cy="338040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none" lIns="90000" tIns="46800" rIns="90000" bIns="468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IN" sz="18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3706EC-69FC-D1E4-3242-FB1C534F0144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5632200" y="-360"/>
            <a:ext cx="4306680" cy="33660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6800" rIns="90000" bIns="46800" anchor="t" anchorCtr="0">
            <a:noAutofit/>
          </a:bodyPr>
          <a:lstStyle>
            <a:lvl1pPr lvl="0" rtl="0" hangingPunct="0">
              <a:buNone/>
              <a:tabLst/>
              <a:defRPr lang="en-IN" sz="2400" kern="1200">
                <a:latin typeface="Liberation Serif" pitchFamily="18"/>
                <a:ea typeface="Segoe UI" pitchFamily="2"/>
                <a:cs typeface="Tahoma" pitchFamily="2"/>
              </a:defRPr>
            </a:lvl1pPr>
          </a:lstStyle>
          <a:p>
            <a:pPr lvl="0"/>
            <a:endParaRPr lang="en-IN"/>
          </a:p>
        </p:txBody>
      </p:sp>
      <p:sp>
        <p:nvSpPr>
          <p:cNvPr id="6" name="Slide Image Placeholder 5">
            <a:extLst>
              <a:ext uri="{FF2B5EF4-FFF2-40B4-BE49-F238E27FC236}">
                <a16:creationId xmlns:a16="http://schemas.microsoft.com/office/drawing/2014/main" id="{56D96F8D-789B-3873-2BE1-40BCBB0232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281400" y="507959"/>
            <a:ext cx="3378240" cy="253224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7" name="Notes Placeholder 6">
            <a:extLst>
              <a:ext uri="{FF2B5EF4-FFF2-40B4-BE49-F238E27FC236}">
                <a16:creationId xmlns:a16="http://schemas.microsoft.com/office/drawing/2014/main" id="{E6054226-9B44-9A24-2A70-6B05D1BF87DF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993240" y="3211200"/>
            <a:ext cx="7953480" cy="304164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>
            <a:noAutofit/>
          </a:bodyPr>
          <a:lstStyle/>
          <a:p>
            <a:pPr lvl="0"/>
            <a:endParaRPr lang="en-IN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8DC0EBE-8EDF-8285-C1BA-B2ED0CFBE41C}"/>
              </a:ext>
            </a:extLst>
          </p:cNvPr>
          <p:cNvSpPr/>
          <p:nvPr/>
        </p:nvSpPr>
        <p:spPr>
          <a:xfrm>
            <a:off x="0" y="6421320"/>
            <a:ext cx="4308480" cy="338400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none" lIns="90000" tIns="46800" rIns="90000" bIns="468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IN" sz="18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4D885-2360-75EF-31AE-98E8A049ABD3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5632200" y="6420960"/>
            <a:ext cx="4306680" cy="33660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6800" rIns="90000" bIns="46800" anchor="b" anchorCtr="0">
            <a:noAutofit/>
          </a:bodyPr>
          <a:lstStyle>
            <a:lvl1pPr marL="0" marR="0" lvl="0" indent="0" algn="r" rtl="0" hangingPunct="1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  <a:defRPr lang="en-IN" sz="1200" b="0" i="0" u="none" strike="noStrike" kern="1200" cap="none" spc="0" baseline="0">
                <a:solidFill>
                  <a:srgbClr val="000000"/>
                </a:solidFill>
                <a:latin typeface="Arial" pitchFamily="2"/>
                <a:ea typeface="Arial" pitchFamily="2"/>
                <a:cs typeface="Arial" pitchFamily="2"/>
              </a:defRPr>
            </a:lvl1pPr>
          </a:lstStyle>
          <a:p>
            <a:pPr lvl="0"/>
            <a:fld id="{B3F97D80-5540-4344-BA89-529034D133AE}" type="slidenum"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14831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marR="0" lvl="0" indent="-216000" rtl="0" hangingPunct="0">
      <a:buNone/>
      <a:tabLst/>
      <a:defRPr lang="en-IN" sz="2000" b="0" i="0" u="none" strike="noStrike" kern="1200" cap="none">
        <a:ln>
          <a:noFill/>
        </a:ln>
        <a:highlight>
          <a:scrgbClr r="0" g="0" b="0">
            <a:alpha val="0"/>
          </a:scrgbClr>
        </a:highlight>
        <a:latin typeface="Liberation Sans" pitchFamily="18"/>
        <a:ea typeface="Microsoft YaHei" pitchFamily="2"/>
        <a:cs typeface="Lucida Sans" pitchFamily="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6E51BF91-831C-B905-3EA2-839DB0E002C3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wrap="square" lIns="90000" tIns="46800" rIns="90000" bIns="46800" anchor="b" anchorCtr="0">
            <a:noAutofit/>
          </a:bodyPr>
          <a:lstStyle/>
          <a:p>
            <a:pPr lvl="0"/>
            <a:fld id="{BA071CD4-7B60-4FEA-9CA9-E926A4B0E4A3}" type="slidenum">
              <a:t>1</a:t>
            </a:fld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37CF4062-4982-F769-6A10-84F403A60F58}"/>
              </a:ext>
            </a:extLst>
          </p:cNvPr>
          <p:cNvSpPr txBox="1"/>
          <p:nvPr/>
        </p:nvSpPr>
        <p:spPr>
          <a:xfrm>
            <a:off x="5632200" y="6420960"/>
            <a:ext cx="4306680" cy="336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0000" tIns="46800" rIns="90000" bIns="46800" anchor="b" anchorCtr="0" compatLnSpc="0">
            <a:no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fld id="{607F914D-7F1C-4EC9-82D4-A348FB86CB4A}" type="slidenum">
              <a:t>1</a:t>
            </a:fld>
            <a:endParaRPr lang="en-IN" sz="1200" b="0" i="0" u="none" strike="noStrike" kern="1200" cap="none" spc="0" baseline="0">
              <a:ln>
                <a:noFill/>
              </a:ln>
              <a:solidFill>
                <a:srgbClr val="000000"/>
              </a:solidFill>
              <a:latin typeface="Arial" pitchFamily="18"/>
              <a:ea typeface="Arial" pitchFamily="2"/>
              <a:cs typeface="Arial" pitchFamily="2"/>
            </a:endParaRPr>
          </a:p>
        </p:txBody>
      </p:sp>
      <p:sp>
        <p:nvSpPr>
          <p:cNvPr id="3" name="Slide Number Placeholder 8">
            <a:extLst>
              <a:ext uri="{FF2B5EF4-FFF2-40B4-BE49-F238E27FC236}">
                <a16:creationId xmlns:a16="http://schemas.microsoft.com/office/drawing/2014/main" id="{89106974-37AF-6DDC-E13F-2EB7F84F807B}"/>
              </a:ext>
            </a:extLst>
          </p:cNvPr>
          <p:cNvSpPr txBox="1"/>
          <p:nvPr/>
        </p:nvSpPr>
        <p:spPr>
          <a:xfrm>
            <a:off x="5632200" y="6420960"/>
            <a:ext cx="4306680" cy="336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0000" tIns="46800" rIns="90000" bIns="46800" anchor="b" anchorCtr="0" compatLnSpc="0">
            <a:no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fld id="{67CBA658-D0AB-45A7-8CD1-DB20B18567E1}" type="slidenum">
              <a:t>1</a:t>
            </a:fld>
            <a:endParaRPr lang="en-IN" sz="1200" b="0" i="0" u="none" strike="noStrike" kern="1200" cap="none" spc="0" baseline="0">
              <a:ln>
                <a:noFill/>
              </a:ln>
              <a:solidFill>
                <a:srgbClr val="000000"/>
              </a:solidFill>
              <a:latin typeface="Arial" pitchFamily="18"/>
              <a:ea typeface="Arial" pitchFamily="2"/>
              <a:cs typeface="Arial" pitchFamily="2"/>
            </a:endParaRPr>
          </a:p>
        </p:txBody>
      </p:sp>
      <p:sp>
        <p:nvSpPr>
          <p:cNvPr id="4" name="Slide Image Placeholder 1">
            <a:extLst>
              <a:ext uri="{FF2B5EF4-FFF2-40B4-BE49-F238E27FC236}">
                <a16:creationId xmlns:a16="http://schemas.microsoft.com/office/drawing/2014/main" id="{1100C789-FEC5-33AC-74C9-83F0BD9DE5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281400" y="507959"/>
            <a:ext cx="3379680" cy="2533680"/>
          </a:xfrm>
          <a:solidFill>
            <a:srgbClr val="156082"/>
          </a:solidFill>
          <a:ln w="19080" cap="flat">
            <a:solidFill>
              <a:srgbClr val="042433"/>
            </a:solidFill>
            <a:prstDash val="solid"/>
            <a:miter/>
          </a:ln>
        </p:spPr>
      </p:sp>
      <p:sp>
        <p:nvSpPr>
          <p:cNvPr id="5" name="Notes Placeholder 2">
            <a:extLst>
              <a:ext uri="{FF2B5EF4-FFF2-40B4-BE49-F238E27FC236}">
                <a16:creationId xmlns:a16="http://schemas.microsoft.com/office/drawing/2014/main" id="{E74F5EA4-B23A-67D0-D5F7-3428683545D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993600" y="3211200"/>
            <a:ext cx="7955280" cy="3043080"/>
          </a:xfrm>
        </p:spPr>
        <p:txBody>
          <a:bodyPr anchor="ctr"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1DEDBF76-E227-216F-F246-B941C84CA115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wrap="square" lIns="90000" tIns="46800" rIns="90000" bIns="46800" anchor="b" anchorCtr="0">
            <a:noAutofit/>
          </a:bodyPr>
          <a:lstStyle/>
          <a:p>
            <a:pPr lvl="0"/>
            <a:fld id="{8A2E6062-307A-41B6-BECB-A94C963E2EB2}" type="slidenum">
              <a:t>2</a:t>
            </a:fld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EB267B57-04F0-CA9F-DA38-3FDFA279E67C}"/>
              </a:ext>
            </a:extLst>
          </p:cNvPr>
          <p:cNvSpPr txBox="1"/>
          <p:nvPr/>
        </p:nvSpPr>
        <p:spPr>
          <a:xfrm>
            <a:off x="5632200" y="6420960"/>
            <a:ext cx="4306680" cy="336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0000" tIns="46800" rIns="90000" bIns="46800" anchor="b" anchorCtr="0" compatLnSpc="0">
            <a:no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fld id="{5CA1D11C-F01B-4211-A8BC-9E331655996C}" type="slidenum">
              <a:t>2</a:t>
            </a:fld>
            <a:endParaRPr lang="en-IN" sz="1200" b="0" i="0" u="none" strike="noStrike" kern="1200" cap="none" spc="0" baseline="0">
              <a:ln>
                <a:noFill/>
              </a:ln>
              <a:solidFill>
                <a:srgbClr val="000000"/>
              </a:solidFill>
              <a:latin typeface="Arial" pitchFamily="18"/>
              <a:ea typeface="Arial" pitchFamily="2"/>
              <a:cs typeface="Arial" pitchFamily="2"/>
            </a:endParaRPr>
          </a:p>
        </p:txBody>
      </p:sp>
      <p:sp>
        <p:nvSpPr>
          <p:cNvPr id="3" name="Slide Number Placeholder 8">
            <a:extLst>
              <a:ext uri="{FF2B5EF4-FFF2-40B4-BE49-F238E27FC236}">
                <a16:creationId xmlns:a16="http://schemas.microsoft.com/office/drawing/2014/main" id="{4765A79D-C0ED-9814-6829-6400772B46DE}"/>
              </a:ext>
            </a:extLst>
          </p:cNvPr>
          <p:cNvSpPr txBox="1"/>
          <p:nvPr/>
        </p:nvSpPr>
        <p:spPr>
          <a:xfrm>
            <a:off x="5632200" y="6420960"/>
            <a:ext cx="4306680" cy="336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0000" tIns="46800" rIns="90000" bIns="46800" anchor="b" anchorCtr="0" compatLnSpc="0">
            <a:no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fld id="{6812D21C-CA43-4A7E-8320-38382BA6C59F}" type="slidenum">
              <a:t>2</a:t>
            </a:fld>
            <a:endParaRPr lang="en-IN" sz="1200" b="0" i="0" u="none" strike="noStrike" kern="1200" cap="none" spc="0" baseline="0">
              <a:ln>
                <a:noFill/>
              </a:ln>
              <a:solidFill>
                <a:srgbClr val="000000"/>
              </a:solidFill>
              <a:latin typeface="Arial" pitchFamily="18"/>
              <a:ea typeface="Arial" pitchFamily="2"/>
              <a:cs typeface="Arial" pitchFamily="2"/>
            </a:endParaRPr>
          </a:p>
        </p:txBody>
      </p:sp>
      <p:sp>
        <p:nvSpPr>
          <p:cNvPr id="4" name="Slide Image Placeholder 1">
            <a:extLst>
              <a:ext uri="{FF2B5EF4-FFF2-40B4-BE49-F238E27FC236}">
                <a16:creationId xmlns:a16="http://schemas.microsoft.com/office/drawing/2014/main" id="{F57A02C8-93CA-88E2-E5C3-E31781296B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281400" y="507959"/>
            <a:ext cx="3379680" cy="2533680"/>
          </a:xfrm>
          <a:solidFill>
            <a:srgbClr val="156082"/>
          </a:solidFill>
          <a:ln w="19080" cap="flat">
            <a:solidFill>
              <a:srgbClr val="042433"/>
            </a:solidFill>
            <a:prstDash val="solid"/>
            <a:miter/>
          </a:ln>
        </p:spPr>
      </p:sp>
      <p:sp>
        <p:nvSpPr>
          <p:cNvPr id="5" name="Notes Placeholder 2">
            <a:extLst>
              <a:ext uri="{FF2B5EF4-FFF2-40B4-BE49-F238E27FC236}">
                <a16:creationId xmlns:a16="http://schemas.microsoft.com/office/drawing/2014/main" id="{E1FCB7FB-F7FF-4A3C-BAC4-ABD30158728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993600" y="3211200"/>
            <a:ext cx="7955280" cy="3043080"/>
          </a:xfrm>
        </p:spPr>
        <p:txBody>
          <a:bodyPr anchor="ctr"/>
          <a:lstStyle/>
          <a:p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0CDD7BE0-8111-02C7-C16B-1C56ABA19F21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wrap="square" lIns="90000" tIns="46800" rIns="90000" bIns="46800" anchor="b" anchorCtr="0">
            <a:noAutofit/>
          </a:bodyPr>
          <a:lstStyle/>
          <a:p>
            <a:pPr lvl="0"/>
            <a:fld id="{1865BD39-9BCA-4CF4-86BC-D71CB7E6850F}" type="slidenum">
              <a:t>3</a:t>
            </a:fld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A788A11C-FED9-3DB6-89AD-E1EA9A2F4831}"/>
              </a:ext>
            </a:extLst>
          </p:cNvPr>
          <p:cNvSpPr txBox="1"/>
          <p:nvPr/>
        </p:nvSpPr>
        <p:spPr>
          <a:xfrm>
            <a:off x="5632200" y="6420960"/>
            <a:ext cx="4306680" cy="336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0000" tIns="46800" rIns="90000" bIns="46800" anchor="b" anchorCtr="0" compatLnSpc="0">
            <a:no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fld id="{FDD94A74-1FC7-446B-9663-3F1CACB0F76D}" type="slidenum">
              <a:t>3</a:t>
            </a:fld>
            <a:endParaRPr lang="en-IN" sz="1200" b="0" i="0" u="none" strike="noStrike" kern="1200" cap="none" spc="0" baseline="0">
              <a:ln>
                <a:noFill/>
              </a:ln>
              <a:solidFill>
                <a:srgbClr val="000000"/>
              </a:solidFill>
              <a:latin typeface="Arial" pitchFamily="18"/>
              <a:ea typeface="Arial" pitchFamily="2"/>
              <a:cs typeface="Arial" pitchFamily="2"/>
            </a:endParaRPr>
          </a:p>
        </p:txBody>
      </p:sp>
      <p:sp>
        <p:nvSpPr>
          <p:cNvPr id="3" name="Slide Number Placeholder 8">
            <a:extLst>
              <a:ext uri="{FF2B5EF4-FFF2-40B4-BE49-F238E27FC236}">
                <a16:creationId xmlns:a16="http://schemas.microsoft.com/office/drawing/2014/main" id="{9C8FE95F-76E6-EAF5-A47C-BCF4B5F4EF24}"/>
              </a:ext>
            </a:extLst>
          </p:cNvPr>
          <p:cNvSpPr txBox="1"/>
          <p:nvPr/>
        </p:nvSpPr>
        <p:spPr>
          <a:xfrm>
            <a:off x="5632200" y="6420960"/>
            <a:ext cx="4306680" cy="336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0000" tIns="46800" rIns="90000" bIns="46800" anchor="b" anchorCtr="0" compatLnSpc="0">
            <a:no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fld id="{531EA829-ABB1-4F7F-9775-079FED015722}" type="slidenum">
              <a:t>3</a:t>
            </a:fld>
            <a:endParaRPr lang="en-IN" sz="1200" b="0" i="0" u="none" strike="noStrike" kern="1200" cap="none" spc="0" baseline="0">
              <a:ln>
                <a:noFill/>
              </a:ln>
              <a:solidFill>
                <a:srgbClr val="000000"/>
              </a:solidFill>
              <a:latin typeface="Arial" pitchFamily="18"/>
              <a:ea typeface="Arial" pitchFamily="2"/>
              <a:cs typeface="Arial" pitchFamily="2"/>
            </a:endParaRPr>
          </a:p>
        </p:txBody>
      </p:sp>
      <p:sp>
        <p:nvSpPr>
          <p:cNvPr id="4" name="Slide Image Placeholder 1">
            <a:extLst>
              <a:ext uri="{FF2B5EF4-FFF2-40B4-BE49-F238E27FC236}">
                <a16:creationId xmlns:a16="http://schemas.microsoft.com/office/drawing/2014/main" id="{62AE670E-4218-16A8-AE19-43D8968E28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281400" y="507959"/>
            <a:ext cx="3379680" cy="2533680"/>
          </a:xfrm>
          <a:solidFill>
            <a:srgbClr val="156082"/>
          </a:solidFill>
          <a:ln w="19080" cap="flat">
            <a:solidFill>
              <a:srgbClr val="042433"/>
            </a:solidFill>
            <a:prstDash val="solid"/>
            <a:miter/>
          </a:ln>
        </p:spPr>
      </p:sp>
      <p:sp>
        <p:nvSpPr>
          <p:cNvPr id="5" name="Notes Placeholder 2">
            <a:extLst>
              <a:ext uri="{FF2B5EF4-FFF2-40B4-BE49-F238E27FC236}">
                <a16:creationId xmlns:a16="http://schemas.microsoft.com/office/drawing/2014/main" id="{3A2727EE-4351-6C02-BEC8-91CEF53D14A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993600" y="3211200"/>
            <a:ext cx="7955280" cy="3043080"/>
          </a:xfrm>
        </p:spPr>
        <p:txBody>
          <a:bodyPr anchor="ctr"/>
          <a:lstStyle/>
          <a:p>
            <a:endParaRPr lang="en-I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10A53DC2-68FC-BFBD-6CD1-1A77B088511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wrap="square" lIns="90000" tIns="46800" rIns="90000" bIns="46800" anchor="b" anchorCtr="0">
            <a:noAutofit/>
          </a:bodyPr>
          <a:lstStyle/>
          <a:p>
            <a:pPr lvl="0"/>
            <a:fld id="{41026A2E-97E5-42ED-AAB2-E483DA411932}" type="slidenum">
              <a:t>4</a:t>
            </a:fld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DF9F5270-7174-291A-4327-C8B30E3C26C5}"/>
              </a:ext>
            </a:extLst>
          </p:cNvPr>
          <p:cNvSpPr txBox="1"/>
          <p:nvPr/>
        </p:nvSpPr>
        <p:spPr>
          <a:xfrm>
            <a:off x="5632200" y="6420960"/>
            <a:ext cx="4306680" cy="336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0000" tIns="46800" rIns="90000" bIns="46800" anchor="b" anchorCtr="0" compatLnSpc="0">
            <a:no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fld id="{EECC2D08-F0A3-4D6D-94E1-A6760A1F067B}" type="slidenum">
              <a:t>4</a:t>
            </a:fld>
            <a:endParaRPr lang="en-IN" sz="1200" b="0" i="0" u="none" strike="noStrike" kern="1200" cap="none" spc="0" baseline="0">
              <a:ln>
                <a:noFill/>
              </a:ln>
              <a:solidFill>
                <a:srgbClr val="000000"/>
              </a:solidFill>
              <a:latin typeface="Arial" pitchFamily="18"/>
              <a:ea typeface="Arial" pitchFamily="2"/>
              <a:cs typeface="Arial" pitchFamily="2"/>
            </a:endParaRPr>
          </a:p>
        </p:txBody>
      </p:sp>
      <p:sp>
        <p:nvSpPr>
          <p:cNvPr id="3" name="Slide Number Placeholder 8">
            <a:extLst>
              <a:ext uri="{FF2B5EF4-FFF2-40B4-BE49-F238E27FC236}">
                <a16:creationId xmlns:a16="http://schemas.microsoft.com/office/drawing/2014/main" id="{13D7432D-6FED-0145-CCCC-FA2DC25F7F6B}"/>
              </a:ext>
            </a:extLst>
          </p:cNvPr>
          <p:cNvSpPr txBox="1"/>
          <p:nvPr/>
        </p:nvSpPr>
        <p:spPr>
          <a:xfrm>
            <a:off x="5632200" y="6420960"/>
            <a:ext cx="4306680" cy="336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0000" tIns="46800" rIns="90000" bIns="46800" anchor="b" anchorCtr="0" compatLnSpc="0">
            <a:no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fld id="{FFB48109-EE7C-43DD-B7E9-A277049F5C22}" type="slidenum">
              <a:t>4</a:t>
            </a:fld>
            <a:endParaRPr lang="en-IN" sz="1200" b="0" i="0" u="none" strike="noStrike" kern="1200" cap="none" spc="0" baseline="0">
              <a:ln>
                <a:noFill/>
              </a:ln>
              <a:solidFill>
                <a:srgbClr val="000000"/>
              </a:solidFill>
              <a:latin typeface="Arial" pitchFamily="18"/>
              <a:ea typeface="Arial" pitchFamily="2"/>
              <a:cs typeface="Arial" pitchFamily="2"/>
            </a:endParaRPr>
          </a:p>
        </p:txBody>
      </p:sp>
      <p:sp>
        <p:nvSpPr>
          <p:cNvPr id="4" name="Slide Image Placeholder 1">
            <a:extLst>
              <a:ext uri="{FF2B5EF4-FFF2-40B4-BE49-F238E27FC236}">
                <a16:creationId xmlns:a16="http://schemas.microsoft.com/office/drawing/2014/main" id="{BDB62387-FDD7-5913-3906-6F48AA482F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281400" y="507959"/>
            <a:ext cx="3379680" cy="2533680"/>
          </a:xfrm>
          <a:solidFill>
            <a:srgbClr val="156082"/>
          </a:solidFill>
          <a:ln w="19080" cap="flat">
            <a:solidFill>
              <a:srgbClr val="042433"/>
            </a:solidFill>
            <a:prstDash val="solid"/>
            <a:miter/>
          </a:ln>
        </p:spPr>
      </p:sp>
      <p:sp>
        <p:nvSpPr>
          <p:cNvPr id="5" name="Notes Placeholder 2">
            <a:extLst>
              <a:ext uri="{FF2B5EF4-FFF2-40B4-BE49-F238E27FC236}">
                <a16:creationId xmlns:a16="http://schemas.microsoft.com/office/drawing/2014/main" id="{BD265129-B63C-F528-36C6-E9F670A5AF5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993600" y="3211200"/>
            <a:ext cx="7955280" cy="3043080"/>
          </a:xfrm>
        </p:spPr>
        <p:txBody>
          <a:bodyPr anchor="ctr"/>
          <a:lstStyle/>
          <a:p>
            <a:endParaRPr lang="en-I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45B4C978-13F1-8C1B-7ABA-F3F72BB9DE0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wrap="square" lIns="90000" tIns="46800" rIns="90000" bIns="46800" anchor="b" anchorCtr="0">
            <a:noAutofit/>
          </a:bodyPr>
          <a:lstStyle/>
          <a:p>
            <a:pPr lvl="0"/>
            <a:fld id="{9267E7D8-CEE7-4597-8C52-BE847FB35735}" type="slidenum">
              <a:t>5</a:t>
            </a:fld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97E6F6D6-BB7B-C391-843E-CDAB13CB39D8}"/>
              </a:ext>
            </a:extLst>
          </p:cNvPr>
          <p:cNvSpPr txBox="1"/>
          <p:nvPr/>
        </p:nvSpPr>
        <p:spPr>
          <a:xfrm>
            <a:off x="5632200" y="6420960"/>
            <a:ext cx="4306680" cy="336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0000" tIns="46800" rIns="90000" bIns="46800" anchor="b" anchorCtr="0" compatLnSpc="0">
            <a:no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fld id="{0DA33507-B9D7-45A5-B911-5A44E21E2274}" type="slidenum">
              <a:t>5</a:t>
            </a:fld>
            <a:endParaRPr lang="en-IN" sz="1200" b="0" i="0" u="none" strike="noStrike" kern="1200" cap="none" spc="0" baseline="0">
              <a:ln>
                <a:noFill/>
              </a:ln>
              <a:solidFill>
                <a:srgbClr val="000000"/>
              </a:solidFill>
              <a:latin typeface="Arial" pitchFamily="18"/>
              <a:ea typeface="Arial" pitchFamily="2"/>
              <a:cs typeface="Arial" pitchFamily="2"/>
            </a:endParaRPr>
          </a:p>
        </p:txBody>
      </p:sp>
      <p:sp>
        <p:nvSpPr>
          <p:cNvPr id="3" name="Slide Number Placeholder 8">
            <a:extLst>
              <a:ext uri="{FF2B5EF4-FFF2-40B4-BE49-F238E27FC236}">
                <a16:creationId xmlns:a16="http://schemas.microsoft.com/office/drawing/2014/main" id="{1264A957-D38A-44B0-4548-FD91C954E27F}"/>
              </a:ext>
            </a:extLst>
          </p:cNvPr>
          <p:cNvSpPr txBox="1"/>
          <p:nvPr/>
        </p:nvSpPr>
        <p:spPr>
          <a:xfrm>
            <a:off x="5632200" y="6420960"/>
            <a:ext cx="4306680" cy="336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0000" tIns="46800" rIns="90000" bIns="46800" anchor="b" anchorCtr="0" compatLnSpc="0">
            <a:no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fld id="{06124C1A-4854-4D5C-A006-EA76922D7185}" type="slidenum">
              <a:t>5</a:t>
            </a:fld>
            <a:endParaRPr lang="en-IN" sz="1200" b="0" i="0" u="none" strike="noStrike" kern="1200" cap="none" spc="0" baseline="0">
              <a:ln>
                <a:noFill/>
              </a:ln>
              <a:solidFill>
                <a:srgbClr val="000000"/>
              </a:solidFill>
              <a:latin typeface="Arial" pitchFamily="18"/>
              <a:ea typeface="Arial" pitchFamily="2"/>
              <a:cs typeface="Arial" pitchFamily="2"/>
            </a:endParaRPr>
          </a:p>
        </p:txBody>
      </p:sp>
      <p:sp>
        <p:nvSpPr>
          <p:cNvPr id="4" name="Slide Image Placeholder 1">
            <a:extLst>
              <a:ext uri="{FF2B5EF4-FFF2-40B4-BE49-F238E27FC236}">
                <a16:creationId xmlns:a16="http://schemas.microsoft.com/office/drawing/2014/main" id="{F15671D5-601A-C8F2-4B29-A5D6FFE0AA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281400" y="507959"/>
            <a:ext cx="3379680" cy="2533680"/>
          </a:xfrm>
          <a:solidFill>
            <a:srgbClr val="156082"/>
          </a:solidFill>
          <a:ln w="19080" cap="flat">
            <a:solidFill>
              <a:srgbClr val="042433"/>
            </a:solidFill>
            <a:prstDash val="solid"/>
            <a:miter/>
          </a:ln>
        </p:spPr>
      </p:sp>
      <p:sp>
        <p:nvSpPr>
          <p:cNvPr id="5" name="Notes Placeholder 2">
            <a:extLst>
              <a:ext uri="{FF2B5EF4-FFF2-40B4-BE49-F238E27FC236}">
                <a16:creationId xmlns:a16="http://schemas.microsoft.com/office/drawing/2014/main" id="{6B8A5EDC-7472-59CC-C3A1-61310A27F90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993600" y="3211200"/>
            <a:ext cx="7955280" cy="3043080"/>
          </a:xfrm>
        </p:spPr>
        <p:txBody>
          <a:bodyPr anchor="ctr"/>
          <a:lstStyle/>
          <a:p>
            <a:endParaRPr lang="en-I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96CE5050-39BC-5842-FCC5-E8EFA6280FF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wrap="square" lIns="90000" tIns="46800" rIns="90000" bIns="46800" anchor="b" anchorCtr="0">
            <a:noAutofit/>
          </a:bodyPr>
          <a:lstStyle/>
          <a:p>
            <a:pPr lvl="0"/>
            <a:fld id="{DA742603-C2EC-4305-A935-AFCEE84094A3}" type="slidenum">
              <a:t>6</a:t>
            </a:fld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C7FBFA96-F80C-CB12-F747-2B717F70B8F9}"/>
              </a:ext>
            </a:extLst>
          </p:cNvPr>
          <p:cNvSpPr txBox="1"/>
          <p:nvPr/>
        </p:nvSpPr>
        <p:spPr>
          <a:xfrm>
            <a:off x="5632200" y="6420960"/>
            <a:ext cx="4306680" cy="336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0000" tIns="46800" rIns="90000" bIns="46800" anchor="b" anchorCtr="0" compatLnSpc="0">
            <a:no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fld id="{477C0F08-5F06-4A59-B668-EDD7163BF75F}" type="slidenum">
              <a:t>6</a:t>
            </a:fld>
            <a:endParaRPr lang="en-IN" sz="1200" b="0" i="0" u="none" strike="noStrike" kern="1200" cap="none" spc="0" baseline="0">
              <a:ln>
                <a:noFill/>
              </a:ln>
              <a:solidFill>
                <a:srgbClr val="000000"/>
              </a:solidFill>
              <a:latin typeface="Arial" pitchFamily="18"/>
              <a:ea typeface="Arial" pitchFamily="2"/>
              <a:cs typeface="Arial" pitchFamily="2"/>
            </a:endParaRPr>
          </a:p>
        </p:txBody>
      </p:sp>
      <p:sp>
        <p:nvSpPr>
          <p:cNvPr id="3" name="Slide Number Placeholder 8">
            <a:extLst>
              <a:ext uri="{FF2B5EF4-FFF2-40B4-BE49-F238E27FC236}">
                <a16:creationId xmlns:a16="http://schemas.microsoft.com/office/drawing/2014/main" id="{C9545B6F-DE70-101D-F850-44D6510FEF49}"/>
              </a:ext>
            </a:extLst>
          </p:cNvPr>
          <p:cNvSpPr txBox="1"/>
          <p:nvPr/>
        </p:nvSpPr>
        <p:spPr>
          <a:xfrm>
            <a:off x="5632200" y="6420960"/>
            <a:ext cx="4306680" cy="336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0000" tIns="46800" rIns="90000" bIns="46800" anchor="b" anchorCtr="0" compatLnSpc="0">
            <a:no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fld id="{C4E27E83-6CD5-46B7-8535-9ED60B380D36}" type="slidenum">
              <a:t>6</a:t>
            </a:fld>
            <a:endParaRPr lang="en-IN" sz="1200" b="0" i="0" u="none" strike="noStrike" kern="1200" cap="none" spc="0" baseline="0">
              <a:ln>
                <a:noFill/>
              </a:ln>
              <a:solidFill>
                <a:srgbClr val="000000"/>
              </a:solidFill>
              <a:latin typeface="Arial" pitchFamily="18"/>
              <a:ea typeface="Arial" pitchFamily="2"/>
              <a:cs typeface="Arial" pitchFamily="2"/>
            </a:endParaRPr>
          </a:p>
        </p:txBody>
      </p:sp>
      <p:sp>
        <p:nvSpPr>
          <p:cNvPr id="4" name="Slide Image Placeholder 1">
            <a:extLst>
              <a:ext uri="{FF2B5EF4-FFF2-40B4-BE49-F238E27FC236}">
                <a16:creationId xmlns:a16="http://schemas.microsoft.com/office/drawing/2014/main" id="{86CC654A-6664-4F39-DB95-DD4D77ABAD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281400" y="507959"/>
            <a:ext cx="3379680" cy="2533680"/>
          </a:xfrm>
          <a:solidFill>
            <a:srgbClr val="156082"/>
          </a:solidFill>
          <a:ln w="19080" cap="flat">
            <a:solidFill>
              <a:srgbClr val="042433"/>
            </a:solidFill>
            <a:prstDash val="solid"/>
            <a:miter/>
          </a:ln>
        </p:spPr>
      </p:sp>
      <p:sp>
        <p:nvSpPr>
          <p:cNvPr id="5" name="Notes Placeholder 2">
            <a:extLst>
              <a:ext uri="{FF2B5EF4-FFF2-40B4-BE49-F238E27FC236}">
                <a16:creationId xmlns:a16="http://schemas.microsoft.com/office/drawing/2014/main" id="{A75C6F04-094E-5973-9CB4-015B2D6E230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993600" y="3211200"/>
            <a:ext cx="7955280" cy="3043080"/>
          </a:xfrm>
        </p:spPr>
        <p:txBody>
          <a:bodyPr anchor="ctr"/>
          <a:lstStyle/>
          <a:p>
            <a:endParaRPr lang="en-I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049CDCFF-5F0C-4407-2463-58B29A7AAA1E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wrap="square" lIns="90000" tIns="46800" rIns="90000" bIns="46800" anchor="b" anchorCtr="0">
            <a:noAutofit/>
          </a:bodyPr>
          <a:lstStyle/>
          <a:p>
            <a:pPr lvl="0"/>
            <a:fld id="{D6F72701-E708-4C76-A91B-4CD7AE9D65A2}" type="slidenum">
              <a:t>7</a:t>
            </a:fld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9A249527-45ED-4542-9BAC-57D159DE0325}"/>
              </a:ext>
            </a:extLst>
          </p:cNvPr>
          <p:cNvSpPr txBox="1"/>
          <p:nvPr/>
        </p:nvSpPr>
        <p:spPr>
          <a:xfrm>
            <a:off x="5632200" y="6420960"/>
            <a:ext cx="4306680" cy="336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0000" tIns="46800" rIns="90000" bIns="46800" anchor="b" anchorCtr="0" compatLnSpc="0">
            <a:no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fld id="{1DB84BB4-86A9-4D4F-9B2A-30F7783C8CAC}" type="slidenum">
              <a:t>7</a:t>
            </a:fld>
            <a:endParaRPr lang="en-IN" sz="1200" b="0" i="0" u="none" strike="noStrike" kern="1200" cap="none" spc="0" baseline="0">
              <a:ln>
                <a:noFill/>
              </a:ln>
              <a:solidFill>
                <a:srgbClr val="000000"/>
              </a:solidFill>
              <a:latin typeface="Arial" pitchFamily="18"/>
              <a:ea typeface="Arial" pitchFamily="2"/>
              <a:cs typeface="Arial" pitchFamily="2"/>
            </a:endParaRPr>
          </a:p>
        </p:txBody>
      </p:sp>
      <p:sp>
        <p:nvSpPr>
          <p:cNvPr id="3" name="Slide Number Placeholder 8">
            <a:extLst>
              <a:ext uri="{FF2B5EF4-FFF2-40B4-BE49-F238E27FC236}">
                <a16:creationId xmlns:a16="http://schemas.microsoft.com/office/drawing/2014/main" id="{76CBF883-C90F-D080-BE25-2FB413FBFD0F}"/>
              </a:ext>
            </a:extLst>
          </p:cNvPr>
          <p:cNvSpPr txBox="1"/>
          <p:nvPr/>
        </p:nvSpPr>
        <p:spPr>
          <a:xfrm>
            <a:off x="5632200" y="6420960"/>
            <a:ext cx="4306680" cy="336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0000" tIns="46800" rIns="90000" bIns="46800" anchor="b" anchorCtr="0" compatLnSpc="0">
            <a:no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fld id="{F1453724-A32A-423F-A4DD-047C8785A699}" type="slidenum">
              <a:t>7</a:t>
            </a:fld>
            <a:endParaRPr lang="en-IN" sz="1200" b="0" i="0" u="none" strike="noStrike" kern="1200" cap="none" spc="0" baseline="0">
              <a:ln>
                <a:noFill/>
              </a:ln>
              <a:solidFill>
                <a:srgbClr val="000000"/>
              </a:solidFill>
              <a:latin typeface="Arial" pitchFamily="18"/>
              <a:ea typeface="Arial" pitchFamily="2"/>
              <a:cs typeface="Arial" pitchFamily="2"/>
            </a:endParaRPr>
          </a:p>
        </p:txBody>
      </p:sp>
      <p:sp>
        <p:nvSpPr>
          <p:cNvPr id="4" name="Slide Image Placeholder 1">
            <a:extLst>
              <a:ext uri="{FF2B5EF4-FFF2-40B4-BE49-F238E27FC236}">
                <a16:creationId xmlns:a16="http://schemas.microsoft.com/office/drawing/2014/main" id="{7BF16124-9DA5-F116-45A1-9612CA5D35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281400" y="507959"/>
            <a:ext cx="3379680" cy="2533680"/>
          </a:xfrm>
          <a:solidFill>
            <a:srgbClr val="156082"/>
          </a:solidFill>
          <a:ln w="19080" cap="flat">
            <a:solidFill>
              <a:srgbClr val="042433"/>
            </a:solidFill>
            <a:prstDash val="solid"/>
            <a:miter/>
          </a:ln>
        </p:spPr>
      </p:sp>
      <p:sp>
        <p:nvSpPr>
          <p:cNvPr id="5" name="Notes Placeholder 2">
            <a:extLst>
              <a:ext uri="{FF2B5EF4-FFF2-40B4-BE49-F238E27FC236}">
                <a16:creationId xmlns:a16="http://schemas.microsoft.com/office/drawing/2014/main" id="{A1006533-2867-27FA-7039-FCE4B11E06F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993600" y="3211200"/>
            <a:ext cx="7955280" cy="3043080"/>
          </a:xfrm>
        </p:spPr>
        <p:txBody>
          <a:bodyPr anchor="ctr"/>
          <a:lstStyle/>
          <a:p>
            <a:endParaRPr lang="en-I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31A0984F-CE7B-6143-6198-62A455C39894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wrap="square" lIns="90000" tIns="46800" rIns="90000" bIns="46800" anchor="b" anchorCtr="0">
            <a:noAutofit/>
          </a:bodyPr>
          <a:lstStyle/>
          <a:p>
            <a:pPr lvl="0"/>
            <a:fld id="{34017546-92BA-42F2-85B7-8D2DE8EC835E}" type="slidenum">
              <a:t>8</a:t>
            </a:fld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A934A9AE-8B34-0CD1-58A9-70A228E4EBC5}"/>
              </a:ext>
            </a:extLst>
          </p:cNvPr>
          <p:cNvSpPr txBox="1"/>
          <p:nvPr/>
        </p:nvSpPr>
        <p:spPr>
          <a:xfrm>
            <a:off x="5632200" y="6420960"/>
            <a:ext cx="4306680" cy="336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0000" tIns="46800" rIns="90000" bIns="46800" anchor="b" anchorCtr="0" compatLnSpc="0">
            <a:no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fld id="{B21545A2-F4EE-4EF0-82B3-403C0959B004}" type="slidenum">
              <a:t>8</a:t>
            </a:fld>
            <a:endParaRPr lang="en-IN" sz="1200" b="0" i="0" u="none" strike="noStrike" kern="1200" cap="none" spc="0" baseline="0">
              <a:ln>
                <a:noFill/>
              </a:ln>
              <a:solidFill>
                <a:srgbClr val="000000"/>
              </a:solidFill>
              <a:latin typeface="Arial" pitchFamily="18"/>
              <a:ea typeface="Arial" pitchFamily="2"/>
              <a:cs typeface="Arial" pitchFamily="2"/>
            </a:endParaRPr>
          </a:p>
        </p:txBody>
      </p:sp>
      <p:sp>
        <p:nvSpPr>
          <p:cNvPr id="3" name="Slide Number Placeholder 8">
            <a:extLst>
              <a:ext uri="{FF2B5EF4-FFF2-40B4-BE49-F238E27FC236}">
                <a16:creationId xmlns:a16="http://schemas.microsoft.com/office/drawing/2014/main" id="{C61009F7-423C-05EF-D6A9-03F574E68A61}"/>
              </a:ext>
            </a:extLst>
          </p:cNvPr>
          <p:cNvSpPr txBox="1"/>
          <p:nvPr/>
        </p:nvSpPr>
        <p:spPr>
          <a:xfrm>
            <a:off x="5632200" y="6420960"/>
            <a:ext cx="4306680" cy="336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0000" tIns="46800" rIns="90000" bIns="46800" anchor="b" anchorCtr="0" compatLnSpc="0">
            <a:no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fld id="{DD3890C5-C3A3-4CD0-83C6-85E9F49F47DD}" type="slidenum">
              <a:t>8</a:t>
            </a:fld>
            <a:endParaRPr lang="en-IN" sz="1200" b="0" i="0" u="none" strike="noStrike" kern="1200" cap="none" spc="0" baseline="0">
              <a:ln>
                <a:noFill/>
              </a:ln>
              <a:solidFill>
                <a:srgbClr val="000000"/>
              </a:solidFill>
              <a:latin typeface="Arial" pitchFamily="18"/>
              <a:ea typeface="Arial" pitchFamily="2"/>
              <a:cs typeface="Arial" pitchFamily="2"/>
            </a:endParaRPr>
          </a:p>
        </p:txBody>
      </p:sp>
      <p:sp>
        <p:nvSpPr>
          <p:cNvPr id="4" name="Slide Image Placeholder 1">
            <a:extLst>
              <a:ext uri="{FF2B5EF4-FFF2-40B4-BE49-F238E27FC236}">
                <a16:creationId xmlns:a16="http://schemas.microsoft.com/office/drawing/2014/main" id="{BE8B57D5-7C93-79F4-EFE4-6E9353FDFB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281400" y="507959"/>
            <a:ext cx="3379680" cy="2533680"/>
          </a:xfrm>
          <a:solidFill>
            <a:srgbClr val="156082"/>
          </a:solidFill>
          <a:ln w="19080" cap="flat">
            <a:solidFill>
              <a:srgbClr val="042433"/>
            </a:solidFill>
            <a:prstDash val="solid"/>
            <a:miter/>
          </a:ln>
        </p:spPr>
      </p:sp>
      <p:sp>
        <p:nvSpPr>
          <p:cNvPr id="5" name="Notes Placeholder 2">
            <a:extLst>
              <a:ext uri="{FF2B5EF4-FFF2-40B4-BE49-F238E27FC236}">
                <a16:creationId xmlns:a16="http://schemas.microsoft.com/office/drawing/2014/main" id="{8F25E7F1-10E2-7CEF-5DD8-089D492B4FB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993600" y="3211200"/>
            <a:ext cx="7955280" cy="3043080"/>
          </a:xfrm>
        </p:spPr>
        <p:txBody>
          <a:bodyPr anchor="ctr"/>
          <a:lstStyle/>
          <a:p>
            <a:endParaRPr lang="en-I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712C4E1B-7943-DE18-D992-EF018BBE5BAD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wrap="square" lIns="90000" tIns="46800" rIns="90000" bIns="46800" anchor="b" anchorCtr="0">
            <a:noAutofit/>
          </a:bodyPr>
          <a:lstStyle/>
          <a:p>
            <a:pPr lvl="0"/>
            <a:fld id="{EB9EE389-90C1-4D9E-835C-A254BEFD0798}" type="slidenum">
              <a:t>9</a:t>
            </a:fld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84990183-07A4-04DE-C9D7-F2F6192EE663}"/>
              </a:ext>
            </a:extLst>
          </p:cNvPr>
          <p:cNvSpPr txBox="1"/>
          <p:nvPr/>
        </p:nvSpPr>
        <p:spPr>
          <a:xfrm>
            <a:off x="5632200" y="6420960"/>
            <a:ext cx="4306680" cy="336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0000" tIns="46800" rIns="90000" bIns="46800" anchor="b" anchorCtr="0" compatLnSpc="0">
            <a:no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fld id="{CDF99B42-124C-4799-885D-FF9EDE09CF01}" type="slidenum">
              <a:t>9</a:t>
            </a:fld>
            <a:endParaRPr lang="en-IN" sz="1200" b="0" i="0" u="none" strike="noStrike" kern="1200" cap="none" spc="0" baseline="0">
              <a:ln>
                <a:noFill/>
              </a:ln>
              <a:solidFill>
                <a:srgbClr val="000000"/>
              </a:solidFill>
              <a:latin typeface="Arial" pitchFamily="18"/>
              <a:ea typeface="Arial" pitchFamily="2"/>
              <a:cs typeface="Arial" pitchFamily="2"/>
            </a:endParaRPr>
          </a:p>
        </p:txBody>
      </p:sp>
      <p:sp>
        <p:nvSpPr>
          <p:cNvPr id="3" name="Slide Number Placeholder 8">
            <a:extLst>
              <a:ext uri="{FF2B5EF4-FFF2-40B4-BE49-F238E27FC236}">
                <a16:creationId xmlns:a16="http://schemas.microsoft.com/office/drawing/2014/main" id="{CB541C43-3284-3DB2-CAEE-0FF9AACE8CAC}"/>
              </a:ext>
            </a:extLst>
          </p:cNvPr>
          <p:cNvSpPr txBox="1"/>
          <p:nvPr/>
        </p:nvSpPr>
        <p:spPr>
          <a:xfrm>
            <a:off x="5632200" y="6420960"/>
            <a:ext cx="4306680" cy="336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0000" tIns="46800" rIns="90000" bIns="46800" anchor="b" anchorCtr="0" compatLnSpc="0">
            <a:no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fld id="{C458A78B-C21A-4D98-874A-7491181DF693}" type="slidenum">
              <a:t>9</a:t>
            </a:fld>
            <a:endParaRPr lang="en-IN" sz="1200" b="0" i="0" u="none" strike="noStrike" kern="1200" cap="none" spc="0" baseline="0">
              <a:ln>
                <a:noFill/>
              </a:ln>
              <a:solidFill>
                <a:srgbClr val="000000"/>
              </a:solidFill>
              <a:latin typeface="Arial" pitchFamily="18"/>
              <a:ea typeface="Arial" pitchFamily="2"/>
              <a:cs typeface="Arial" pitchFamily="2"/>
            </a:endParaRPr>
          </a:p>
        </p:txBody>
      </p:sp>
      <p:sp>
        <p:nvSpPr>
          <p:cNvPr id="4" name="Slide Image Placeholder 1">
            <a:extLst>
              <a:ext uri="{FF2B5EF4-FFF2-40B4-BE49-F238E27FC236}">
                <a16:creationId xmlns:a16="http://schemas.microsoft.com/office/drawing/2014/main" id="{637149FC-C199-AA2A-329A-CC243EC0F9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281400" y="507959"/>
            <a:ext cx="3379680" cy="2533680"/>
          </a:xfrm>
          <a:solidFill>
            <a:srgbClr val="156082"/>
          </a:solidFill>
          <a:ln w="19080" cap="flat">
            <a:solidFill>
              <a:srgbClr val="042433"/>
            </a:solidFill>
            <a:prstDash val="solid"/>
            <a:miter/>
          </a:ln>
        </p:spPr>
      </p:sp>
      <p:sp>
        <p:nvSpPr>
          <p:cNvPr id="5" name="Notes Placeholder 2">
            <a:extLst>
              <a:ext uri="{FF2B5EF4-FFF2-40B4-BE49-F238E27FC236}">
                <a16:creationId xmlns:a16="http://schemas.microsoft.com/office/drawing/2014/main" id="{ECEFF8BA-885E-D51E-E6BF-F73837523B7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993600" y="3211200"/>
            <a:ext cx="7955280" cy="3043080"/>
          </a:xfrm>
        </p:spPr>
        <p:txBody>
          <a:bodyPr anchor="ctr"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D37B30EA-2F45-A0D3-C7A1-F200AE591EEA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wrap="square" lIns="90000" tIns="46800" rIns="90000" bIns="46800" anchor="b" anchorCtr="0">
            <a:noAutofit/>
          </a:bodyPr>
          <a:lstStyle/>
          <a:p>
            <a:pPr lvl="0"/>
            <a:fld id="{E9D038AF-5CF2-4B82-8517-C53D30BCC995}" type="slidenum">
              <a:t>10</a:t>
            </a:fld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F5F78F5C-790A-52D7-35CC-A1029923D71C}"/>
              </a:ext>
            </a:extLst>
          </p:cNvPr>
          <p:cNvSpPr txBox="1"/>
          <p:nvPr/>
        </p:nvSpPr>
        <p:spPr>
          <a:xfrm>
            <a:off x="5632200" y="6420960"/>
            <a:ext cx="4306680" cy="336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0000" tIns="46800" rIns="90000" bIns="46800" anchor="b" anchorCtr="0" compatLnSpc="0">
            <a:no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fld id="{3C7DEC93-C0AD-4813-8F33-80B3907FCEA1}" type="slidenum">
              <a:t>10</a:t>
            </a:fld>
            <a:endParaRPr lang="en-IN" sz="1200" b="0" i="0" u="none" strike="noStrike" kern="1200" cap="none" spc="0" baseline="0">
              <a:ln>
                <a:noFill/>
              </a:ln>
              <a:solidFill>
                <a:srgbClr val="000000"/>
              </a:solidFill>
              <a:latin typeface="Arial" pitchFamily="18"/>
              <a:ea typeface="Arial" pitchFamily="2"/>
              <a:cs typeface="Arial" pitchFamily="2"/>
            </a:endParaRPr>
          </a:p>
        </p:txBody>
      </p:sp>
      <p:sp>
        <p:nvSpPr>
          <p:cNvPr id="3" name="Slide Number Placeholder 8">
            <a:extLst>
              <a:ext uri="{FF2B5EF4-FFF2-40B4-BE49-F238E27FC236}">
                <a16:creationId xmlns:a16="http://schemas.microsoft.com/office/drawing/2014/main" id="{5DC4D067-CB8B-B0EC-17F5-C9E4FACD2F9E}"/>
              </a:ext>
            </a:extLst>
          </p:cNvPr>
          <p:cNvSpPr txBox="1"/>
          <p:nvPr/>
        </p:nvSpPr>
        <p:spPr>
          <a:xfrm>
            <a:off x="5632200" y="6420960"/>
            <a:ext cx="4306680" cy="336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0000" tIns="46800" rIns="90000" bIns="46800" anchor="b" anchorCtr="0" compatLnSpc="0">
            <a:no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fld id="{464ED2BC-B710-47D0-817E-9794BA94F42C}" type="slidenum">
              <a:t>10</a:t>
            </a:fld>
            <a:endParaRPr lang="en-IN" sz="1200" b="0" i="0" u="none" strike="noStrike" kern="1200" cap="none" spc="0" baseline="0">
              <a:ln>
                <a:noFill/>
              </a:ln>
              <a:solidFill>
                <a:srgbClr val="000000"/>
              </a:solidFill>
              <a:latin typeface="Arial" pitchFamily="18"/>
              <a:ea typeface="Arial" pitchFamily="2"/>
              <a:cs typeface="Arial" pitchFamily="2"/>
            </a:endParaRPr>
          </a:p>
        </p:txBody>
      </p:sp>
      <p:sp>
        <p:nvSpPr>
          <p:cNvPr id="4" name="Slide Image Placeholder 1">
            <a:extLst>
              <a:ext uri="{FF2B5EF4-FFF2-40B4-BE49-F238E27FC236}">
                <a16:creationId xmlns:a16="http://schemas.microsoft.com/office/drawing/2014/main" id="{C0B31CE9-3815-604A-923F-1ABA5EF958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281400" y="507959"/>
            <a:ext cx="3379680" cy="2533680"/>
          </a:xfrm>
          <a:solidFill>
            <a:srgbClr val="156082"/>
          </a:solidFill>
          <a:ln w="19080" cap="flat">
            <a:solidFill>
              <a:srgbClr val="042433"/>
            </a:solidFill>
            <a:prstDash val="solid"/>
            <a:miter/>
          </a:ln>
        </p:spPr>
      </p:sp>
      <p:sp>
        <p:nvSpPr>
          <p:cNvPr id="5" name="Notes Placeholder 2">
            <a:extLst>
              <a:ext uri="{FF2B5EF4-FFF2-40B4-BE49-F238E27FC236}">
                <a16:creationId xmlns:a16="http://schemas.microsoft.com/office/drawing/2014/main" id="{134CBB1E-8CF8-FB03-3892-A7F1699B7F6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993600" y="3211200"/>
            <a:ext cx="7955280" cy="3043080"/>
          </a:xfrm>
        </p:spPr>
        <p:txBody>
          <a:bodyPr anchor="ctr"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F208CFEE-B679-B281-F549-2EA3280E444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wrap="square" lIns="90000" tIns="46800" rIns="90000" bIns="46800" anchor="b" anchorCtr="0">
            <a:noAutofit/>
          </a:bodyPr>
          <a:lstStyle/>
          <a:p>
            <a:pPr lvl="0"/>
            <a:fld id="{2BC49161-C85C-4464-9FB1-48340AB85846}" type="slidenum">
              <a:t>11</a:t>
            </a:fld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C3DF13AB-560C-E159-4122-623FC23C148B}"/>
              </a:ext>
            </a:extLst>
          </p:cNvPr>
          <p:cNvSpPr txBox="1"/>
          <p:nvPr/>
        </p:nvSpPr>
        <p:spPr>
          <a:xfrm>
            <a:off x="5632200" y="6420960"/>
            <a:ext cx="4306680" cy="336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0000" tIns="46800" rIns="90000" bIns="46800" anchor="b" anchorCtr="0" compatLnSpc="0">
            <a:no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fld id="{BF981EC1-7782-4A7F-A33D-A4D0ECFC6AEE}" type="slidenum">
              <a:t>11</a:t>
            </a:fld>
            <a:endParaRPr lang="en-IN" sz="1200" b="0" i="0" u="none" strike="noStrike" kern="1200" cap="none" spc="0" baseline="0">
              <a:ln>
                <a:noFill/>
              </a:ln>
              <a:solidFill>
                <a:srgbClr val="000000"/>
              </a:solidFill>
              <a:latin typeface="Arial" pitchFamily="18"/>
              <a:ea typeface="Arial" pitchFamily="2"/>
              <a:cs typeface="Arial" pitchFamily="2"/>
            </a:endParaRPr>
          </a:p>
        </p:txBody>
      </p:sp>
      <p:sp>
        <p:nvSpPr>
          <p:cNvPr id="3" name="Slide Number Placeholder 8">
            <a:extLst>
              <a:ext uri="{FF2B5EF4-FFF2-40B4-BE49-F238E27FC236}">
                <a16:creationId xmlns:a16="http://schemas.microsoft.com/office/drawing/2014/main" id="{704C7EE1-7C13-F158-75AA-68D87963A179}"/>
              </a:ext>
            </a:extLst>
          </p:cNvPr>
          <p:cNvSpPr txBox="1"/>
          <p:nvPr/>
        </p:nvSpPr>
        <p:spPr>
          <a:xfrm>
            <a:off x="5632200" y="6420960"/>
            <a:ext cx="4306680" cy="336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0000" tIns="46800" rIns="90000" bIns="46800" anchor="b" anchorCtr="0" compatLnSpc="0">
            <a:no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fld id="{FFA83799-DDE1-4957-A375-534CE3F09D83}" type="slidenum">
              <a:t>11</a:t>
            </a:fld>
            <a:endParaRPr lang="en-IN" sz="1200" b="0" i="0" u="none" strike="noStrike" kern="1200" cap="none" spc="0" baseline="0">
              <a:ln>
                <a:noFill/>
              </a:ln>
              <a:solidFill>
                <a:srgbClr val="000000"/>
              </a:solidFill>
              <a:latin typeface="Arial" pitchFamily="18"/>
              <a:ea typeface="Arial" pitchFamily="2"/>
              <a:cs typeface="Arial" pitchFamily="2"/>
            </a:endParaRPr>
          </a:p>
        </p:txBody>
      </p:sp>
      <p:sp>
        <p:nvSpPr>
          <p:cNvPr id="4" name="Slide Image Placeholder 1">
            <a:extLst>
              <a:ext uri="{FF2B5EF4-FFF2-40B4-BE49-F238E27FC236}">
                <a16:creationId xmlns:a16="http://schemas.microsoft.com/office/drawing/2014/main" id="{EEE48546-57A0-4612-1930-C057929EE1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281400" y="507959"/>
            <a:ext cx="3379680" cy="2533680"/>
          </a:xfrm>
          <a:solidFill>
            <a:srgbClr val="156082"/>
          </a:solidFill>
          <a:ln w="19080" cap="flat">
            <a:solidFill>
              <a:srgbClr val="042433"/>
            </a:solidFill>
            <a:prstDash val="solid"/>
            <a:miter/>
          </a:ln>
        </p:spPr>
      </p:sp>
      <p:sp>
        <p:nvSpPr>
          <p:cNvPr id="5" name="Notes Placeholder 2">
            <a:extLst>
              <a:ext uri="{FF2B5EF4-FFF2-40B4-BE49-F238E27FC236}">
                <a16:creationId xmlns:a16="http://schemas.microsoft.com/office/drawing/2014/main" id="{8E246CED-B843-A669-3639-9FB4E2B3CD4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993600" y="3211200"/>
            <a:ext cx="7955280" cy="3043080"/>
          </a:xfrm>
        </p:spPr>
        <p:txBody>
          <a:bodyPr anchor="ctr"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01637934-8138-4831-9398-3D3C52004CA9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wrap="square" lIns="90000" tIns="46800" rIns="90000" bIns="46800" anchor="b" anchorCtr="0">
            <a:noAutofit/>
          </a:bodyPr>
          <a:lstStyle/>
          <a:p>
            <a:pPr lvl="0"/>
            <a:fld id="{DEF656AA-18E0-4CDE-BEE1-B30775ABCDC5}" type="slidenum">
              <a:t>12</a:t>
            </a:fld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CE7E9527-0B67-C1E2-3786-3EAFC7D61487}"/>
              </a:ext>
            </a:extLst>
          </p:cNvPr>
          <p:cNvSpPr txBox="1"/>
          <p:nvPr/>
        </p:nvSpPr>
        <p:spPr>
          <a:xfrm>
            <a:off x="5632200" y="6420960"/>
            <a:ext cx="4306680" cy="336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0000" tIns="46800" rIns="90000" bIns="46800" anchor="b" anchorCtr="0" compatLnSpc="0">
            <a:no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fld id="{C159B036-D8DF-4813-A8BC-E20129094AB6}" type="slidenum">
              <a:t>12</a:t>
            </a:fld>
            <a:endParaRPr lang="en-IN" sz="1200" b="0" i="0" u="none" strike="noStrike" kern="1200" cap="none" spc="0" baseline="0">
              <a:ln>
                <a:noFill/>
              </a:ln>
              <a:solidFill>
                <a:srgbClr val="000000"/>
              </a:solidFill>
              <a:latin typeface="Arial" pitchFamily="18"/>
              <a:ea typeface="Arial" pitchFamily="2"/>
              <a:cs typeface="Arial" pitchFamily="2"/>
            </a:endParaRPr>
          </a:p>
        </p:txBody>
      </p:sp>
      <p:sp>
        <p:nvSpPr>
          <p:cNvPr id="3" name="Slide Number Placeholder 8">
            <a:extLst>
              <a:ext uri="{FF2B5EF4-FFF2-40B4-BE49-F238E27FC236}">
                <a16:creationId xmlns:a16="http://schemas.microsoft.com/office/drawing/2014/main" id="{4CC568AF-7616-C9E7-8B69-E67B4C208FE1}"/>
              </a:ext>
            </a:extLst>
          </p:cNvPr>
          <p:cNvSpPr txBox="1"/>
          <p:nvPr/>
        </p:nvSpPr>
        <p:spPr>
          <a:xfrm>
            <a:off x="5632200" y="6420960"/>
            <a:ext cx="4306680" cy="336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0000" tIns="46800" rIns="90000" bIns="46800" anchor="b" anchorCtr="0" compatLnSpc="0">
            <a:no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fld id="{6DCAC45B-78AC-40E3-9007-206D584FC742}" type="slidenum">
              <a:t>12</a:t>
            </a:fld>
            <a:endParaRPr lang="en-IN" sz="1200" b="0" i="0" u="none" strike="noStrike" kern="1200" cap="none" spc="0" baseline="0">
              <a:ln>
                <a:noFill/>
              </a:ln>
              <a:solidFill>
                <a:srgbClr val="000000"/>
              </a:solidFill>
              <a:latin typeface="Arial" pitchFamily="18"/>
              <a:ea typeface="Arial" pitchFamily="2"/>
              <a:cs typeface="Arial" pitchFamily="2"/>
            </a:endParaRPr>
          </a:p>
        </p:txBody>
      </p:sp>
      <p:sp>
        <p:nvSpPr>
          <p:cNvPr id="4" name="Slide Image Placeholder 1">
            <a:extLst>
              <a:ext uri="{FF2B5EF4-FFF2-40B4-BE49-F238E27FC236}">
                <a16:creationId xmlns:a16="http://schemas.microsoft.com/office/drawing/2014/main" id="{EADA2158-C858-31EE-D65B-BBFBA6B6E0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281400" y="507959"/>
            <a:ext cx="3379680" cy="2533680"/>
          </a:xfrm>
          <a:solidFill>
            <a:srgbClr val="156082"/>
          </a:solidFill>
          <a:ln w="19080" cap="flat">
            <a:solidFill>
              <a:srgbClr val="042433"/>
            </a:solidFill>
            <a:prstDash val="solid"/>
            <a:miter/>
          </a:ln>
        </p:spPr>
      </p:sp>
      <p:sp>
        <p:nvSpPr>
          <p:cNvPr id="5" name="Notes Placeholder 2">
            <a:extLst>
              <a:ext uri="{FF2B5EF4-FFF2-40B4-BE49-F238E27FC236}">
                <a16:creationId xmlns:a16="http://schemas.microsoft.com/office/drawing/2014/main" id="{4834FF0E-5793-BAEF-378A-042BD667534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993600" y="3211200"/>
            <a:ext cx="7955280" cy="3043080"/>
          </a:xfrm>
        </p:spPr>
        <p:txBody>
          <a:bodyPr anchor="ctr"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FB3E67E3-87FB-6486-A61C-52ACE24CA233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wrap="square" lIns="90000" tIns="46800" rIns="90000" bIns="46800" anchor="b" anchorCtr="0">
            <a:noAutofit/>
          </a:bodyPr>
          <a:lstStyle/>
          <a:p>
            <a:pPr lvl="0"/>
            <a:fld id="{6297A8E7-1243-4184-A4A7-0DD5906E981B}" type="slidenum">
              <a:t>13</a:t>
            </a:fld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D8125F20-7461-D0E1-064F-FFFE0A03C93D}"/>
              </a:ext>
            </a:extLst>
          </p:cNvPr>
          <p:cNvSpPr txBox="1"/>
          <p:nvPr/>
        </p:nvSpPr>
        <p:spPr>
          <a:xfrm>
            <a:off x="5632200" y="6420960"/>
            <a:ext cx="4306680" cy="336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0000" tIns="46800" rIns="90000" bIns="46800" anchor="b" anchorCtr="0" compatLnSpc="0">
            <a:no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fld id="{1A7638BE-4ACB-4AE6-9F64-5380A126932A}" type="slidenum">
              <a:t>13</a:t>
            </a:fld>
            <a:endParaRPr lang="en-IN" sz="1200" b="0" i="0" u="none" strike="noStrike" kern="1200" cap="none" spc="0" baseline="0">
              <a:ln>
                <a:noFill/>
              </a:ln>
              <a:solidFill>
                <a:srgbClr val="000000"/>
              </a:solidFill>
              <a:latin typeface="Arial" pitchFamily="18"/>
              <a:ea typeface="Arial" pitchFamily="2"/>
              <a:cs typeface="Arial" pitchFamily="2"/>
            </a:endParaRPr>
          </a:p>
        </p:txBody>
      </p:sp>
      <p:sp>
        <p:nvSpPr>
          <p:cNvPr id="3" name="Slide Number Placeholder 8">
            <a:extLst>
              <a:ext uri="{FF2B5EF4-FFF2-40B4-BE49-F238E27FC236}">
                <a16:creationId xmlns:a16="http://schemas.microsoft.com/office/drawing/2014/main" id="{3C3698FE-7D5A-0B07-31CE-2118078E7098}"/>
              </a:ext>
            </a:extLst>
          </p:cNvPr>
          <p:cNvSpPr txBox="1"/>
          <p:nvPr/>
        </p:nvSpPr>
        <p:spPr>
          <a:xfrm>
            <a:off x="5632200" y="6420960"/>
            <a:ext cx="4306680" cy="336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0000" tIns="46800" rIns="90000" bIns="46800" anchor="b" anchorCtr="0" compatLnSpc="0">
            <a:no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fld id="{108C8026-A850-433A-AC38-2D1B8AEE8A90}" type="slidenum">
              <a:t>13</a:t>
            </a:fld>
            <a:endParaRPr lang="en-IN" sz="1200" b="0" i="0" u="none" strike="noStrike" kern="1200" cap="none" spc="0" baseline="0">
              <a:ln>
                <a:noFill/>
              </a:ln>
              <a:solidFill>
                <a:srgbClr val="000000"/>
              </a:solidFill>
              <a:latin typeface="Arial" pitchFamily="18"/>
              <a:ea typeface="Arial" pitchFamily="2"/>
              <a:cs typeface="Arial" pitchFamily="2"/>
            </a:endParaRPr>
          </a:p>
        </p:txBody>
      </p:sp>
      <p:sp>
        <p:nvSpPr>
          <p:cNvPr id="4" name="Slide Image Placeholder 1">
            <a:extLst>
              <a:ext uri="{FF2B5EF4-FFF2-40B4-BE49-F238E27FC236}">
                <a16:creationId xmlns:a16="http://schemas.microsoft.com/office/drawing/2014/main" id="{3422FA7C-73D4-1855-E79D-4DC7649928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281400" y="507959"/>
            <a:ext cx="3379680" cy="2533680"/>
          </a:xfrm>
          <a:solidFill>
            <a:srgbClr val="156082"/>
          </a:solidFill>
          <a:ln w="19080" cap="flat">
            <a:solidFill>
              <a:srgbClr val="042433"/>
            </a:solidFill>
            <a:prstDash val="solid"/>
            <a:miter/>
          </a:ln>
        </p:spPr>
      </p:sp>
      <p:sp>
        <p:nvSpPr>
          <p:cNvPr id="5" name="Notes Placeholder 2">
            <a:extLst>
              <a:ext uri="{FF2B5EF4-FFF2-40B4-BE49-F238E27FC236}">
                <a16:creationId xmlns:a16="http://schemas.microsoft.com/office/drawing/2014/main" id="{4A78E1C2-4B21-0E4A-8232-9D64D27F610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993600" y="3211200"/>
            <a:ext cx="7955280" cy="3043080"/>
          </a:xfrm>
        </p:spPr>
        <p:txBody>
          <a:bodyPr anchor="ctr"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BC7DD-B027-F002-BB02-D144E537F936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143000" y="1122480"/>
            <a:ext cx="6858000" cy="2387520"/>
          </a:xfrm>
        </p:spPr>
        <p:txBody>
          <a:bodyPr anchor="b"/>
          <a:lstStyle>
            <a:lvl1pPr marL="0" marR="0" indent="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449280" algn="l"/>
                <a:tab pos="898559" algn="l"/>
                <a:tab pos="1347840" algn="l"/>
                <a:tab pos="1797120" algn="l"/>
                <a:tab pos="2246400" algn="l"/>
                <a:tab pos="2695680" algn="l"/>
                <a:tab pos="3144959" algn="l"/>
                <a:tab pos="3594240" algn="l"/>
                <a:tab pos="4043519" algn="l"/>
                <a:tab pos="4492800" algn="l"/>
                <a:tab pos="4941719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79" algn="l"/>
                <a:tab pos="8535960" algn="l"/>
                <a:tab pos="8985240" algn="l"/>
              </a:tabLst>
              <a:defRPr lang="en-US" sz="6000" kern="0" spc="0" baseline="0">
                <a:solidFill>
                  <a:srgbClr val="000000"/>
                </a:solidFill>
                <a:latin typeface="Calibri" pitchFamily="34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397616-0BB8-28D1-6153-AB007DC50B8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143000" y="3602160"/>
            <a:ext cx="6858000" cy="1655640"/>
          </a:xfrm>
        </p:spPr>
        <p:txBody>
          <a:bodyPr anchorCtr="1"/>
          <a:lstStyle>
            <a:lvl1pPr marL="0" indent="0" algn="ctr">
              <a:buNone/>
              <a:tabLst>
                <a:tab pos="343080" algn="l"/>
                <a:tab pos="792360" algn="l"/>
                <a:tab pos="1241640" algn="l"/>
                <a:tab pos="1690919" algn="l"/>
                <a:tab pos="2140200" algn="l"/>
                <a:tab pos="2589480" algn="l"/>
                <a:tab pos="3038759" algn="l"/>
                <a:tab pos="3488040" algn="l"/>
                <a:tab pos="3937320" algn="l"/>
                <a:tab pos="4386600" algn="l"/>
                <a:tab pos="4835880" algn="l"/>
                <a:tab pos="5284800" algn="l"/>
                <a:tab pos="5734080" algn="l"/>
                <a:tab pos="6183360" algn="l"/>
                <a:tab pos="6632640" algn="l"/>
                <a:tab pos="7081920" algn="l"/>
                <a:tab pos="7531199" algn="l"/>
                <a:tab pos="7980480" algn="l"/>
                <a:tab pos="8429760" algn="l"/>
                <a:tab pos="8879040" algn="l"/>
                <a:tab pos="9328320" algn="l"/>
              </a:tabLst>
              <a:defRPr sz="240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D27FFE-84A9-DC68-E98A-B386ECB64A58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Aug 20,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BC0402-DA39-D3D4-0665-F768ED31699D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IN"/>
              <a:t>Department of Computer Engineering, International Institute of Information Technology, Hinjawadi, Pune-411057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DAFE5B-E019-18A0-C374-8B8FEAD9814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4BF854A-1B66-4906-B121-95061C8C68DE}" type="slidenum"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414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DE2B4-D670-E9EC-31AC-6AB4ABC86A7A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 marL="0" marR="0" indent="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449280" algn="l"/>
                <a:tab pos="898559" algn="l"/>
                <a:tab pos="1347840" algn="l"/>
                <a:tab pos="1797120" algn="l"/>
                <a:tab pos="2246400" algn="l"/>
                <a:tab pos="2695680" algn="l"/>
                <a:tab pos="3144959" algn="l"/>
                <a:tab pos="3594240" algn="l"/>
                <a:tab pos="4043519" algn="l"/>
                <a:tab pos="4492800" algn="l"/>
                <a:tab pos="4941719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79" algn="l"/>
                <a:tab pos="8535960" algn="l"/>
                <a:tab pos="8985240" algn="l"/>
              </a:tabLst>
              <a:defRPr lang="en-US" kern="0" spc="0" baseline="0">
                <a:solidFill>
                  <a:srgbClr val="000000"/>
                </a:solidFill>
                <a:latin typeface="Calibri" pitchFamily="34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E2CFBD-2ACD-CD33-712A-9F4DB19A45F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57200" y="1600200"/>
            <a:ext cx="8228160" cy="4524480"/>
          </a:xfrm>
        </p:spPr>
        <p:txBody>
          <a:bodyPr anchor="t" anchorCtr="0">
            <a:normAutofit/>
          </a:bodyPr>
          <a:lstStyle>
            <a:lvl1pPr marL="343080" marR="0" indent="-343080" algn="l">
              <a:lnSpc>
                <a:spcPct val="100000"/>
              </a:lnSpc>
              <a:spcBef>
                <a:spcPts val="816"/>
              </a:spcBef>
              <a:spcAft>
                <a:spcPts val="11"/>
              </a:spcAft>
              <a:tabLst>
                <a:tab pos="343080" algn="l"/>
                <a:tab pos="792360" algn="l"/>
                <a:tab pos="1241639" algn="l"/>
                <a:tab pos="1690920" algn="l"/>
                <a:tab pos="2140200" algn="l"/>
                <a:tab pos="2589480" algn="l"/>
                <a:tab pos="3038760" algn="l"/>
                <a:tab pos="3488039" algn="l"/>
                <a:tab pos="3937320" algn="l"/>
                <a:tab pos="4386599" algn="l"/>
                <a:tab pos="4835880" algn="l"/>
                <a:tab pos="5284799" algn="l"/>
                <a:tab pos="5734080" algn="l"/>
                <a:tab pos="6183360" algn="l"/>
                <a:tab pos="6632640" algn="l"/>
                <a:tab pos="7081920" algn="l"/>
                <a:tab pos="7531200" algn="l"/>
                <a:tab pos="7980480" algn="l"/>
                <a:tab pos="8429759" algn="l"/>
                <a:tab pos="8879040" algn="l"/>
                <a:tab pos="9328320" algn="l"/>
              </a:tabLst>
              <a:defRPr lang="en-US" sz="3200" kern="0" spc="0" baseline="0">
                <a:solidFill>
                  <a:srgbClr val="000000"/>
                </a:solidFill>
                <a:latin typeface="Calibri" pitchFamily="34"/>
              </a:defRPr>
            </a:lvl1pPr>
            <a:lvl2pPr marL="685799" marR="0" lvl="1" indent="-228600" algn="l" rtl="0" hangingPunct="1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US" sz="24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Aptos" pitchFamily="18"/>
                <a:ea typeface="Microsoft YaHei" pitchFamily="2"/>
                <a:cs typeface="Lucida Sans" pitchFamily="2"/>
              </a:defRPr>
            </a:lvl2pPr>
            <a:lvl3pPr marL="1143000" marR="0" lvl="2" indent="-228600" algn="l" rtl="0" hangingPunct="1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US" sz="20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Aptos" pitchFamily="18"/>
                <a:ea typeface="Microsoft YaHei" pitchFamily="2"/>
                <a:cs typeface="Lucida Sans" pitchFamily="2"/>
              </a:defRPr>
            </a:lvl3pPr>
            <a:lvl4pPr marL="1600200" marR="0" lvl="3" indent="-228600" algn="l" rtl="0" hangingPunct="1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US" sz="18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Aptos" pitchFamily="18"/>
                <a:ea typeface="Microsoft YaHei" pitchFamily="2"/>
                <a:cs typeface="Lucida Sans" pitchFamily="2"/>
              </a:defRPr>
            </a:lvl4pPr>
            <a:lvl5pPr marL="2057400" marR="0" lvl="4" indent="-228600" algn="l" rtl="0" hangingPunct="1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US" sz="18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Aptos" pitchFamily="18"/>
                <a:ea typeface="Microsoft YaHei" pitchFamily="2"/>
                <a:cs typeface="Lucida Sans" pitchFamily="2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E61860-38E4-8A02-6656-E02A3AE8CF78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Aug 20,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89C483-101B-FB21-E46B-7A5046A6BE2B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IN"/>
              <a:t>Department of Computer Engineering, International Institute of Information Technology, Hinjawadi, Pune-411057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B31CE4-7DB6-5486-385D-F7493F24B85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01832BD-6875-460D-8CD1-A2A50FE91795}" type="slidenum"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1897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1473F-1D7E-A843-C897-4D463679B9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3880" y="1709640"/>
            <a:ext cx="7886879" cy="2852640"/>
          </a:xfrm>
        </p:spPr>
        <p:txBody>
          <a:bodyPr anchor="b"/>
          <a:lstStyle>
            <a:lvl1pPr marL="0" marR="0" indent="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449280" algn="l"/>
                <a:tab pos="898559" algn="l"/>
                <a:tab pos="1347840" algn="l"/>
                <a:tab pos="1797120" algn="l"/>
                <a:tab pos="2246400" algn="l"/>
                <a:tab pos="2695680" algn="l"/>
                <a:tab pos="3144959" algn="l"/>
                <a:tab pos="3594240" algn="l"/>
                <a:tab pos="4043519" algn="l"/>
                <a:tab pos="4492800" algn="l"/>
                <a:tab pos="4941719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79" algn="l"/>
                <a:tab pos="8535960" algn="l"/>
                <a:tab pos="8985240" algn="l"/>
              </a:tabLst>
              <a:defRPr lang="en-US" sz="6000" kern="0" spc="0" baseline="0">
                <a:solidFill>
                  <a:srgbClr val="000000"/>
                </a:solidFill>
                <a:latin typeface="Calibri" pitchFamily="34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BAFDCC-F42F-C59D-09AD-B9BBE1C804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23880" y="4589640"/>
            <a:ext cx="7886879" cy="1500119"/>
          </a:xfrm>
        </p:spPr>
        <p:txBody>
          <a:bodyPr/>
          <a:lstStyle>
            <a:lvl1pPr marL="0" indent="0">
              <a:tabLst>
                <a:tab pos="343080" algn="l"/>
                <a:tab pos="792360" algn="l"/>
                <a:tab pos="1241640" algn="l"/>
                <a:tab pos="1690919" algn="l"/>
                <a:tab pos="2140200" algn="l"/>
                <a:tab pos="2589480" algn="l"/>
                <a:tab pos="3038759" algn="l"/>
                <a:tab pos="3488040" algn="l"/>
                <a:tab pos="3937320" algn="l"/>
                <a:tab pos="4386600" algn="l"/>
                <a:tab pos="4835880" algn="l"/>
                <a:tab pos="5284800" algn="l"/>
                <a:tab pos="5734080" algn="l"/>
                <a:tab pos="6183360" algn="l"/>
                <a:tab pos="6632640" algn="l"/>
                <a:tab pos="7081920" algn="l"/>
                <a:tab pos="7531199" algn="l"/>
                <a:tab pos="7980480" algn="l"/>
                <a:tab pos="8429760" algn="l"/>
                <a:tab pos="8879040" algn="l"/>
                <a:tab pos="9328320" algn="l"/>
              </a:tabLst>
              <a:defRPr sz="2400">
                <a:solidFill>
                  <a:srgbClr val="76767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868F74-668A-7B63-97F9-876C78BE4A6F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Aug 20,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F033E4-6FD2-4F0B-6F6F-F69B65343A3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IN"/>
              <a:t>Department of Computer Engineering, International Institute of Information Technology, Hinjawadi, Pune-411057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76AC8-DB93-709D-F9DC-60D68CED655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46B9DAD-B057-42F3-9506-3C02F82B9249}" type="slidenum"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46056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E1E8D-E06E-4C3B-553A-EAED1DE8014C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 marL="0" marR="0" indent="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449280" algn="l"/>
                <a:tab pos="898559" algn="l"/>
                <a:tab pos="1347840" algn="l"/>
                <a:tab pos="1797120" algn="l"/>
                <a:tab pos="2246400" algn="l"/>
                <a:tab pos="2695680" algn="l"/>
                <a:tab pos="3144959" algn="l"/>
                <a:tab pos="3594240" algn="l"/>
                <a:tab pos="4043519" algn="l"/>
                <a:tab pos="4492800" algn="l"/>
                <a:tab pos="4941719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79" algn="l"/>
                <a:tab pos="8535960" algn="l"/>
                <a:tab pos="8985240" algn="l"/>
              </a:tabLst>
              <a:defRPr lang="en-US" kern="0" spc="0" baseline="0">
                <a:solidFill>
                  <a:srgbClr val="000000"/>
                </a:solidFill>
                <a:latin typeface="Calibri" pitchFamily="34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4A4EEC-4743-224E-8145-1BA85E29E30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57200" y="1600200"/>
            <a:ext cx="4037039" cy="4524480"/>
          </a:xfrm>
        </p:spPr>
        <p:txBody>
          <a:bodyPr anchor="t" anchorCtr="0">
            <a:normAutofit/>
          </a:bodyPr>
          <a:lstStyle>
            <a:lvl1pPr marL="343080" marR="0" indent="-343080" algn="l">
              <a:lnSpc>
                <a:spcPct val="100000"/>
              </a:lnSpc>
              <a:spcBef>
                <a:spcPts val="816"/>
              </a:spcBef>
              <a:spcAft>
                <a:spcPts val="11"/>
              </a:spcAft>
              <a:tabLst>
                <a:tab pos="343080" algn="l"/>
                <a:tab pos="792360" algn="l"/>
                <a:tab pos="1241639" algn="l"/>
                <a:tab pos="1690920" algn="l"/>
                <a:tab pos="2140200" algn="l"/>
                <a:tab pos="2589480" algn="l"/>
                <a:tab pos="3038760" algn="l"/>
                <a:tab pos="3488039" algn="l"/>
                <a:tab pos="3937320" algn="l"/>
                <a:tab pos="4386599" algn="l"/>
                <a:tab pos="4835880" algn="l"/>
                <a:tab pos="5284799" algn="l"/>
                <a:tab pos="5734080" algn="l"/>
                <a:tab pos="6183360" algn="l"/>
                <a:tab pos="6632640" algn="l"/>
                <a:tab pos="7081920" algn="l"/>
                <a:tab pos="7531200" algn="l"/>
                <a:tab pos="7980480" algn="l"/>
                <a:tab pos="8429759" algn="l"/>
                <a:tab pos="8879040" algn="l"/>
                <a:tab pos="9328320" algn="l"/>
              </a:tabLst>
              <a:defRPr lang="en-US" sz="3200" kern="0" spc="0" baseline="0">
                <a:solidFill>
                  <a:srgbClr val="000000"/>
                </a:solidFill>
                <a:latin typeface="Calibri" pitchFamily="34"/>
              </a:defRPr>
            </a:lvl1pPr>
            <a:lvl2pPr marL="685799" marR="0" lvl="1" indent="-228600" algn="l" rtl="0" hangingPunct="1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US" sz="24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Aptos" pitchFamily="18"/>
                <a:ea typeface="Microsoft YaHei" pitchFamily="2"/>
                <a:cs typeface="Lucida Sans" pitchFamily="2"/>
              </a:defRPr>
            </a:lvl2pPr>
            <a:lvl3pPr marL="1143000" marR="0" lvl="2" indent="-228600" algn="l" rtl="0" hangingPunct="1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US" sz="20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Aptos" pitchFamily="18"/>
                <a:ea typeface="Microsoft YaHei" pitchFamily="2"/>
                <a:cs typeface="Lucida Sans" pitchFamily="2"/>
              </a:defRPr>
            </a:lvl3pPr>
            <a:lvl4pPr marL="1600200" marR="0" lvl="3" indent="-228600" algn="l" rtl="0" hangingPunct="1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US" sz="18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Aptos" pitchFamily="18"/>
                <a:ea typeface="Microsoft YaHei" pitchFamily="2"/>
                <a:cs typeface="Lucida Sans" pitchFamily="2"/>
              </a:defRPr>
            </a:lvl4pPr>
            <a:lvl5pPr marL="2057400" marR="0" lvl="4" indent="-228600" algn="l" rtl="0" hangingPunct="1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US" sz="18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Aptos" pitchFamily="18"/>
                <a:ea typeface="Microsoft YaHei" pitchFamily="2"/>
                <a:cs typeface="Lucida Sans" pitchFamily="2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97EB6E-FF9F-D0A2-6190-94A0AD324D3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646520" y="1600200"/>
            <a:ext cx="4038479" cy="4524480"/>
          </a:xfrm>
        </p:spPr>
        <p:txBody>
          <a:bodyPr anchor="t" anchorCtr="0">
            <a:normAutofit/>
          </a:bodyPr>
          <a:lstStyle>
            <a:lvl1pPr marL="343080" marR="0" indent="-343080" algn="l">
              <a:lnSpc>
                <a:spcPct val="100000"/>
              </a:lnSpc>
              <a:spcBef>
                <a:spcPts val="816"/>
              </a:spcBef>
              <a:spcAft>
                <a:spcPts val="11"/>
              </a:spcAft>
              <a:tabLst>
                <a:tab pos="343080" algn="l"/>
                <a:tab pos="792360" algn="l"/>
                <a:tab pos="1241639" algn="l"/>
                <a:tab pos="1690920" algn="l"/>
                <a:tab pos="2140200" algn="l"/>
                <a:tab pos="2589480" algn="l"/>
                <a:tab pos="3038760" algn="l"/>
                <a:tab pos="3488039" algn="l"/>
                <a:tab pos="3937320" algn="l"/>
                <a:tab pos="4386599" algn="l"/>
                <a:tab pos="4835880" algn="l"/>
                <a:tab pos="5284799" algn="l"/>
                <a:tab pos="5734080" algn="l"/>
                <a:tab pos="6183360" algn="l"/>
                <a:tab pos="6632640" algn="l"/>
                <a:tab pos="7081920" algn="l"/>
                <a:tab pos="7531200" algn="l"/>
                <a:tab pos="7980480" algn="l"/>
                <a:tab pos="8429759" algn="l"/>
                <a:tab pos="8879040" algn="l"/>
                <a:tab pos="9328320" algn="l"/>
              </a:tabLst>
              <a:defRPr lang="en-US" sz="3200" kern="0" spc="0" baseline="0">
                <a:solidFill>
                  <a:srgbClr val="000000"/>
                </a:solidFill>
                <a:latin typeface="Calibri" pitchFamily="34"/>
              </a:defRPr>
            </a:lvl1pPr>
            <a:lvl2pPr marL="685799" marR="0" lvl="1" indent="-228600" algn="l" rtl="0" hangingPunct="1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US" sz="24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Aptos" pitchFamily="18"/>
                <a:ea typeface="Microsoft YaHei" pitchFamily="2"/>
                <a:cs typeface="Lucida Sans" pitchFamily="2"/>
              </a:defRPr>
            </a:lvl2pPr>
            <a:lvl3pPr marL="1143000" marR="0" lvl="2" indent="-228600" algn="l" rtl="0" hangingPunct="1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US" sz="20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Aptos" pitchFamily="18"/>
                <a:ea typeface="Microsoft YaHei" pitchFamily="2"/>
                <a:cs typeface="Lucida Sans" pitchFamily="2"/>
              </a:defRPr>
            </a:lvl3pPr>
            <a:lvl4pPr marL="1600200" marR="0" lvl="3" indent="-228600" algn="l" rtl="0" hangingPunct="1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US" sz="18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Aptos" pitchFamily="18"/>
                <a:ea typeface="Microsoft YaHei" pitchFamily="2"/>
                <a:cs typeface="Lucida Sans" pitchFamily="2"/>
              </a:defRPr>
            </a:lvl4pPr>
            <a:lvl5pPr marL="2057400" marR="0" lvl="4" indent="-228600" algn="l" rtl="0" hangingPunct="1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US" sz="18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Aptos" pitchFamily="18"/>
                <a:ea typeface="Microsoft YaHei" pitchFamily="2"/>
                <a:cs typeface="Lucida Sans" pitchFamily="2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765123-7E4D-A24A-318C-140407B91EA6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Aug 20, 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1BEDD1-7C65-6013-A836-F4527CA2EF86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IN"/>
              <a:t>Department of Computer Engineering, International Institute of Information Technology, Hinjawadi, Pune-411057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40F39A-F009-40A7-3B38-EADFE0E4024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CF01623-8DC2-4BDE-93B1-D469187BFFCC}" type="slidenum"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18579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6B092-D0F9-22CF-D8F4-2BFBC47BFC2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0360" y="365040"/>
            <a:ext cx="7886879" cy="1325520"/>
          </a:xfrm>
        </p:spPr>
        <p:txBody>
          <a:bodyPr/>
          <a:lstStyle>
            <a:lvl1pPr marL="0" marR="0" indent="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449280" algn="l"/>
                <a:tab pos="898559" algn="l"/>
                <a:tab pos="1347840" algn="l"/>
                <a:tab pos="1797120" algn="l"/>
                <a:tab pos="2246400" algn="l"/>
                <a:tab pos="2695680" algn="l"/>
                <a:tab pos="3144959" algn="l"/>
                <a:tab pos="3594240" algn="l"/>
                <a:tab pos="4043519" algn="l"/>
                <a:tab pos="4492800" algn="l"/>
                <a:tab pos="4941719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79" algn="l"/>
                <a:tab pos="8535960" algn="l"/>
                <a:tab pos="8985240" algn="l"/>
              </a:tabLst>
              <a:defRPr lang="en-US" kern="0" spc="0" baseline="0">
                <a:solidFill>
                  <a:srgbClr val="000000"/>
                </a:solidFill>
                <a:latin typeface="Calibri" pitchFamily="34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C65E94-AFD0-10B5-5C36-8CBEA57D4A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30360" y="1681200"/>
            <a:ext cx="3868559" cy="824040"/>
          </a:xfrm>
        </p:spPr>
        <p:txBody>
          <a:bodyPr anchor="b"/>
          <a:lstStyle>
            <a:lvl1pPr marL="0" indent="0">
              <a:tabLst>
                <a:tab pos="343080" algn="l"/>
                <a:tab pos="792360" algn="l"/>
                <a:tab pos="1241640" algn="l"/>
                <a:tab pos="1690919" algn="l"/>
                <a:tab pos="2140200" algn="l"/>
                <a:tab pos="2589480" algn="l"/>
                <a:tab pos="3038759" algn="l"/>
                <a:tab pos="3488040" algn="l"/>
                <a:tab pos="3937320" algn="l"/>
                <a:tab pos="4386600" algn="l"/>
                <a:tab pos="4835880" algn="l"/>
                <a:tab pos="5284800" algn="l"/>
                <a:tab pos="5734080" algn="l"/>
                <a:tab pos="6183360" algn="l"/>
                <a:tab pos="6632640" algn="l"/>
                <a:tab pos="7081920" algn="l"/>
                <a:tab pos="7531199" algn="l"/>
                <a:tab pos="7980480" algn="l"/>
                <a:tab pos="8429760" algn="l"/>
                <a:tab pos="8879040" algn="l"/>
                <a:tab pos="9328320" algn="l"/>
              </a:tabLst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CC6C7E-0393-88F8-17A8-4C9CDFEA5F8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30360" y="2505240"/>
            <a:ext cx="3868559" cy="3684600"/>
          </a:xfrm>
        </p:spPr>
        <p:txBody>
          <a:bodyPr anchor="t" anchorCtr="0">
            <a:normAutofit/>
          </a:bodyPr>
          <a:lstStyle>
            <a:lvl1pPr marL="343080" marR="0" indent="-343080" algn="l">
              <a:lnSpc>
                <a:spcPct val="100000"/>
              </a:lnSpc>
              <a:spcBef>
                <a:spcPts val="816"/>
              </a:spcBef>
              <a:spcAft>
                <a:spcPts val="11"/>
              </a:spcAft>
              <a:tabLst>
                <a:tab pos="343080" algn="l"/>
                <a:tab pos="792360" algn="l"/>
                <a:tab pos="1241639" algn="l"/>
                <a:tab pos="1690920" algn="l"/>
                <a:tab pos="2140200" algn="l"/>
                <a:tab pos="2589480" algn="l"/>
                <a:tab pos="3038760" algn="l"/>
                <a:tab pos="3488039" algn="l"/>
                <a:tab pos="3937320" algn="l"/>
                <a:tab pos="4386599" algn="l"/>
                <a:tab pos="4835880" algn="l"/>
                <a:tab pos="5284799" algn="l"/>
                <a:tab pos="5734080" algn="l"/>
                <a:tab pos="6183360" algn="l"/>
                <a:tab pos="6632640" algn="l"/>
                <a:tab pos="7081920" algn="l"/>
                <a:tab pos="7531200" algn="l"/>
                <a:tab pos="7980480" algn="l"/>
                <a:tab pos="8429759" algn="l"/>
                <a:tab pos="8879040" algn="l"/>
                <a:tab pos="9328320" algn="l"/>
              </a:tabLst>
              <a:defRPr lang="en-US" sz="3200" kern="0" spc="0" baseline="0">
                <a:solidFill>
                  <a:srgbClr val="000000"/>
                </a:solidFill>
                <a:latin typeface="Calibri" pitchFamily="34"/>
              </a:defRPr>
            </a:lvl1pPr>
            <a:lvl2pPr marL="685799" marR="0" lvl="1" indent="-228600" algn="l" rtl="0" hangingPunct="1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US" sz="24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Aptos" pitchFamily="18"/>
                <a:ea typeface="Microsoft YaHei" pitchFamily="2"/>
                <a:cs typeface="Lucida Sans" pitchFamily="2"/>
              </a:defRPr>
            </a:lvl2pPr>
            <a:lvl3pPr marL="1143000" marR="0" lvl="2" indent="-228600" algn="l" rtl="0" hangingPunct="1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US" sz="20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Aptos" pitchFamily="18"/>
                <a:ea typeface="Microsoft YaHei" pitchFamily="2"/>
                <a:cs typeface="Lucida Sans" pitchFamily="2"/>
              </a:defRPr>
            </a:lvl3pPr>
            <a:lvl4pPr marL="1600200" marR="0" lvl="3" indent="-228600" algn="l" rtl="0" hangingPunct="1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US" sz="18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Aptos" pitchFamily="18"/>
                <a:ea typeface="Microsoft YaHei" pitchFamily="2"/>
                <a:cs typeface="Lucida Sans" pitchFamily="2"/>
              </a:defRPr>
            </a:lvl4pPr>
            <a:lvl5pPr marL="2057400" marR="0" lvl="4" indent="-228600" algn="l" rtl="0" hangingPunct="1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US" sz="18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Aptos" pitchFamily="18"/>
                <a:ea typeface="Microsoft YaHei" pitchFamily="2"/>
                <a:cs typeface="Lucida Sans" pitchFamily="2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4577C1-4D89-B707-46DB-05578C26BCDD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4629240" y="1681200"/>
            <a:ext cx="3887640" cy="824040"/>
          </a:xfrm>
        </p:spPr>
        <p:txBody>
          <a:bodyPr anchor="b"/>
          <a:lstStyle>
            <a:lvl1pPr marL="0" indent="0">
              <a:buNone/>
              <a:tabLst>
                <a:tab pos="343080" algn="l"/>
                <a:tab pos="792360" algn="l"/>
                <a:tab pos="1241640" algn="l"/>
                <a:tab pos="1690919" algn="l"/>
                <a:tab pos="2140200" algn="l"/>
                <a:tab pos="2589480" algn="l"/>
                <a:tab pos="3038759" algn="l"/>
                <a:tab pos="3488040" algn="l"/>
                <a:tab pos="3937320" algn="l"/>
                <a:tab pos="4386600" algn="l"/>
                <a:tab pos="4835880" algn="l"/>
                <a:tab pos="5284800" algn="l"/>
                <a:tab pos="5734080" algn="l"/>
                <a:tab pos="6183360" algn="l"/>
                <a:tab pos="6632640" algn="l"/>
                <a:tab pos="7081920" algn="l"/>
                <a:tab pos="7531199" algn="l"/>
                <a:tab pos="7980480" algn="l"/>
                <a:tab pos="8429760" algn="l"/>
                <a:tab pos="8879040" algn="l"/>
                <a:tab pos="9328320" algn="l"/>
              </a:tabLst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9FAD08-FCD3-8348-2554-5CCA84E5D5A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629240" y="2505240"/>
            <a:ext cx="3887640" cy="3684600"/>
          </a:xfrm>
        </p:spPr>
        <p:txBody>
          <a:bodyPr anchor="t" anchorCtr="0">
            <a:normAutofit/>
          </a:bodyPr>
          <a:lstStyle>
            <a:lvl1pPr marL="343080" marR="0" indent="-343080" algn="l">
              <a:lnSpc>
                <a:spcPct val="100000"/>
              </a:lnSpc>
              <a:spcBef>
                <a:spcPts val="816"/>
              </a:spcBef>
              <a:spcAft>
                <a:spcPts val="11"/>
              </a:spcAft>
              <a:tabLst>
                <a:tab pos="343080" algn="l"/>
                <a:tab pos="792360" algn="l"/>
                <a:tab pos="1241639" algn="l"/>
                <a:tab pos="1690920" algn="l"/>
                <a:tab pos="2140200" algn="l"/>
                <a:tab pos="2589480" algn="l"/>
                <a:tab pos="3038760" algn="l"/>
                <a:tab pos="3488039" algn="l"/>
                <a:tab pos="3937320" algn="l"/>
                <a:tab pos="4386599" algn="l"/>
                <a:tab pos="4835880" algn="l"/>
                <a:tab pos="5284799" algn="l"/>
                <a:tab pos="5734080" algn="l"/>
                <a:tab pos="6183360" algn="l"/>
                <a:tab pos="6632640" algn="l"/>
                <a:tab pos="7081920" algn="l"/>
                <a:tab pos="7531200" algn="l"/>
                <a:tab pos="7980480" algn="l"/>
                <a:tab pos="8429759" algn="l"/>
                <a:tab pos="8879040" algn="l"/>
                <a:tab pos="9328320" algn="l"/>
              </a:tabLst>
              <a:defRPr lang="en-US" sz="3200" kern="0" spc="0" baseline="0">
                <a:solidFill>
                  <a:srgbClr val="000000"/>
                </a:solidFill>
                <a:latin typeface="Calibri" pitchFamily="34"/>
              </a:defRPr>
            </a:lvl1pPr>
            <a:lvl2pPr marL="685799" marR="0" lvl="1" indent="-228600" algn="l" rtl="0" hangingPunct="1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US" sz="24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Aptos" pitchFamily="18"/>
                <a:ea typeface="Microsoft YaHei" pitchFamily="2"/>
                <a:cs typeface="Lucida Sans" pitchFamily="2"/>
              </a:defRPr>
            </a:lvl2pPr>
            <a:lvl3pPr marL="1143000" marR="0" lvl="2" indent="-228600" algn="l" rtl="0" hangingPunct="1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US" sz="20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Aptos" pitchFamily="18"/>
                <a:ea typeface="Microsoft YaHei" pitchFamily="2"/>
                <a:cs typeface="Lucida Sans" pitchFamily="2"/>
              </a:defRPr>
            </a:lvl3pPr>
            <a:lvl4pPr marL="1600200" marR="0" lvl="3" indent="-228600" algn="l" rtl="0" hangingPunct="1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US" sz="18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Aptos" pitchFamily="18"/>
                <a:ea typeface="Microsoft YaHei" pitchFamily="2"/>
                <a:cs typeface="Lucida Sans" pitchFamily="2"/>
              </a:defRPr>
            </a:lvl4pPr>
            <a:lvl5pPr marL="2057400" marR="0" lvl="4" indent="-228600" algn="l" rtl="0" hangingPunct="1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US" sz="18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Aptos" pitchFamily="18"/>
                <a:ea typeface="Microsoft YaHei" pitchFamily="2"/>
                <a:cs typeface="Lucida Sans" pitchFamily="2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8E4430-D713-5353-0CE0-2FD9D14F3B05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Aug 20, 2026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3DE4B9-8EEB-3982-450F-98FBFF1EFEE1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IN"/>
              <a:t>Department of Computer Engineering, International Institute of Information Technology, Hinjawadi, Pune-411057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A2BAF7-922B-F809-346C-D937DAB0F83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7B86DA6-3553-43BE-9EEC-361F9FFA43C2}" type="slidenum"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17439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A2101-9F5E-C20B-02B3-4FC8014FE86F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 marL="0" marR="0" indent="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449280" algn="l"/>
                <a:tab pos="898559" algn="l"/>
                <a:tab pos="1347840" algn="l"/>
                <a:tab pos="1797120" algn="l"/>
                <a:tab pos="2246400" algn="l"/>
                <a:tab pos="2695680" algn="l"/>
                <a:tab pos="3144959" algn="l"/>
                <a:tab pos="3594240" algn="l"/>
                <a:tab pos="4043519" algn="l"/>
                <a:tab pos="4492800" algn="l"/>
                <a:tab pos="4941719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79" algn="l"/>
                <a:tab pos="8535960" algn="l"/>
                <a:tab pos="8985240" algn="l"/>
              </a:tabLst>
              <a:defRPr lang="en-US" kern="0" spc="0" baseline="0">
                <a:solidFill>
                  <a:srgbClr val="000000"/>
                </a:solidFill>
                <a:latin typeface="Calibri" pitchFamily="34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89A4DD-0D26-94DC-BE86-F2E159FA43F9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Aug 20,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1C40BE-DF45-02D8-3506-25A9CACEF96F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IN"/>
              <a:t>Department of Computer Engineering, International Institute of Information Technology, Hinjawadi, Pune-411057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2AEA86-3456-40E5-F757-868436D6CEE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19594BB-8D32-4398-8403-5911C20963A6}" type="slidenum"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22686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5D0C85-C99C-A352-81A2-165D34BE1B11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Aug 20, 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ABC0FB-C0FB-C871-4BC3-9FE66BA8D933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IN"/>
              <a:t>Department of Computer Engineering, International Institute of Information Technology, Hinjawadi, Pune-411057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5BF877-5345-59DB-C8C4-84170D958C6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CA18FB3-79D5-4974-BE34-2C43E62D479A}" type="slidenum">
              <a:t>‹#›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1568345-7BAF-2237-E9E6-67FFF0AEF73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57200" y="273600"/>
            <a:ext cx="8229240" cy="1144800"/>
          </a:xfrm>
        </p:spPr>
        <p:txBody>
          <a:bodyPr lIns="0" tIns="0" rIns="0" bIns="0"/>
          <a:lstStyle>
            <a:lvl1pPr>
              <a:defRPr/>
            </a:lvl1pPr>
          </a:lstStyle>
          <a:p>
            <a:pPr lvl="0"/>
            <a:endParaRPr lang="en-IN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1111CC2-0CD3-C6E3-DC19-A0B4A1CC344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57200" y="1604520"/>
            <a:ext cx="8229240" cy="3977279"/>
          </a:xfrm>
        </p:spPr>
        <p:txBody>
          <a:bodyPr lIns="0" tIns="0" rIns="0" bIns="0"/>
          <a:lstStyle>
            <a:lvl1pPr>
              <a:spcBef>
                <a:spcPts val="1417"/>
              </a:spcBef>
              <a:spcAft>
                <a:spcPts val="0"/>
              </a:spcAft>
              <a:buNone/>
              <a:tabLst/>
              <a:defRPr lang="en-IN" kern="1200">
                <a:latin typeface="Liberation Sans" pitchFamily="18"/>
              </a:defRPr>
            </a:lvl1pPr>
          </a:lstStyle>
          <a:p>
            <a:pPr lvl="0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702695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EDF70-D4B8-E113-B0BA-74E76F653C4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0360" y="457200"/>
            <a:ext cx="2949480" cy="1600200"/>
          </a:xfrm>
        </p:spPr>
        <p:txBody>
          <a:bodyPr anchor="b"/>
          <a:lstStyle>
            <a:lvl1pPr marL="0" marR="0" indent="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449280" algn="l"/>
                <a:tab pos="898559" algn="l"/>
                <a:tab pos="1347840" algn="l"/>
                <a:tab pos="1797120" algn="l"/>
                <a:tab pos="2246400" algn="l"/>
                <a:tab pos="2695680" algn="l"/>
                <a:tab pos="3144959" algn="l"/>
                <a:tab pos="3594240" algn="l"/>
                <a:tab pos="4043519" algn="l"/>
                <a:tab pos="4492800" algn="l"/>
                <a:tab pos="4941719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79" algn="l"/>
                <a:tab pos="8535960" algn="l"/>
                <a:tab pos="8985240" algn="l"/>
              </a:tabLst>
              <a:defRPr lang="en-US" sz="3200" kern="0" spc="0" baseline="0">
                <a:solidFill>
                  <a:srgbClr val="000000"/>
                </a:solidFill>
                <a:latin typeface="Calibri" pitchFamily="34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D7C920-3463-A418-9B73-965FD341C65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887640" y="987480"/>
            <a:ext cx="4629240" cy="4873679"/>
          </a:xfrm>
        </p:spPr>
        <p:txBody>
          <a:bodyPr anchor="t" anchorCtr="0">
            <a:normAutofit/>
          </a:bodyPr>
          <a:lstStyle>
            <a:lvl1pPr marL="343080" marR="0" indent="-343080" algn="l">
              <a:lnSpc>
                <a:spcPct val="100000"/>
              </a:lnSpc>
              <a:spcBef>
                <a:spcPts val="816"/>
              </a:spcBef>
              <a:spcAft>
                <a:spcPts val="11"/>
              </a:spcAft>
              <a:tabLst>
                <a:tab pos="343080" algn="l"/>
                <a:tab pos="792360" algn="l"/>
                <a:tab pos="1241639" algn="l"/>
                <a:tab pos="1690920" algn="l"/>
                <a:tab pos="2140200" algn="l"/>
                <a:tab pos="2589480" algn="l"/>
                <a:tab pos="3038760" algn="l"/>
                <a:tab pos="3488039" algn="l"/>
                <a:tab pos="3937320" algn="l"/>
                <a:tab pos="4386599" algn="l"/>
                <a:tab pos="4835880" algn="l"/>
                <a:tab pos="5284799" algn="l"/>
                <a:tab pos="5734080" algn="l"/>
                <a:tab pos="6183360" algn="l"/>
                <a:tab pos="6632640" algn="l"/>
                <a:tab pos="7081920" algn="l"/>
                <a:tab pos="7531200" algn="l"/>
                <a:tab pos="7980480" algn="l"/>
                <a:tab pos="8429759" algn="l"/>
                <a:tab pos="8879040" algn="l"/>
                <a:tab pos="9328320" algn="l"/>
              </a:tabLst>
              <a:defRPr lang="en-US" sz="3200" kern="0" spc="0" baseline="0">
                <a:solidFill>
                  <a:srgbClr val="000000"/>
                </a:solidFill>
                <a:latin typeface="Calibri" pitchFamily="34"/>
              </a:defRPr>
            </a:lvl1pPr>
            <a:lvl2pPr marL="685799" marR="0" lvl="1" indent="-228600" algn="l" rtl="0" hangingPunct="1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US" sz="28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Aptos" pitchFamily="18"/>
                <a:ea typeface="Microsoft YaHei" pitchFamily="2"/>
                <a:cs typeface="Lucida Sans" pitchFamily="2"/>
              </a:defRPr>
            </a:lvl2pPr>
            <a:lvl3pPr marL="1143000" marR="0" lvl="2" indent="-228600" algn="l" rtl="0" hangingPunct="1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US" sz="24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Aptos" pitchFamily="18"/>
                <a:ea typeface="Microsoft YaHei" pitchFamily="2"/>
                <a:cs typeface="Lucida Sans" pitchFamily="2"/>
              </a:defRPr>
            </a:lvl3pPr>
            <a:lvl4pPr marL="1600200" marR="0" lvl="3" indent="-228600" algn="l" rtl="0" hangingPunct="1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US" sz="20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Aptos" pitchFamily="18"/>
                <a:ea typeface="Microsoft YaHei" pitchFamily="2"/>
                <a:cs typeface="Lucida Sans" pitchFamily="2"/>
              </a:defRPr>
            </a:lvl4pPr>
            <a:lvl5pPr marL="2057400" marR="0" lvl="4" indent="-228600" algn="l" rtl="0" hangingPunct="1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US" sz="20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Aptos" pitchFamily="18"/>
                <a:ea typeface="Microsoft YaHei" pitchFamily="2"/>
                <a:cs typeface="Lucida Sans" pitchFamily="2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B9573D-81BC-B56E-C073-59F83A7EEC5A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30360" y="2057400"/>
            <a:ext cx="2949480" cy="3811679"/>
          </a:xfrm>
        </p:spPr>
        <p:txBody>
          <a:bodyPr/>
          <a:lstStyle>
            <a:lvl1pPr marL="0" indent="0">
              <a:tabLst>
                <a:tab pos="343080" algn="l"/>
                <a:tab pos="792360" algn="l"/>
                <a:tab pos="1241640" algn="l"/>
                <a:tab pos="1690919" algn="l"/>
                <a:tab pos="2140200" algn="l"/>
                <a:tab pos="2589480" algn="l"/>
                <a:tab pos="3038759" algn="l"/>
                <a:tab pos="3488040" algn="l"/>
                <a:tab pos="3937320" algn="l"/>
                <a:tab pos="4386600" algn="l"/>
                <a:tab pos="4835880" algn="l"/>
                <a:tab pos="5284800" algn="l"/>
                <a:tab pos="5734080" algn="l"/>
                <a:tab pos="6183360" algn="l"/>
                <a:tab pos="6632640" algn="l"/>
                <a:tab pos="7081920" algn="l"/>
                <a:tab pos="7531199" algn="l"/>
                <a:tab pos="7980480" algn="l"/>
                <a:tab pos="8429760" algn="l"/>
                <a:tab pos="8879040" algn="l"/>
                <a:tab pos="9328320" algn="l"/>
              </a:tabLst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2D0CF4-0C78-5E66-44B6-CCE728F6632B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Aug 20, 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6C99F6-A64C-2F8E-3087-11C60A9DD0EC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IN"/>
              <a:t>Department of Computer Engineering, International Institute of Information Technology, Hinjawadi, Pune-411057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6B1937-0EB0-AE17-DF70-1D513DBC806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C44C2A3-9B1E-4CE4-83FD-0969494AC48F}" type="slidenum"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06955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7AE3E-56B9-0AD2-CC4C-A264AACFB8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0360" y="457200"/>
            <a:ext cx="2949480" cy="1600200"/>
          </a:xfrm>
        </p:spPr>
        <p:txBody>
          <a:bodyPr anchor="b"/>
          <a:lstStyle>
            <a:lvl1pPr marL="0" marR="0" indent="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449280" algn="l"/>
                <a:tab pos="898559" algn="l"/>
                <a:tab pos="1347840" algn="l"/>
                <a:tab pos="1797120" algn="l"/>
                <a:tab pos="2246400" algn="l"/>
                <a:tab pos="2695680" algn="l"/>
                <a:tab pos="3144959" algn="l"/>
                <a:tab pos="3594240" algn="l"/>
                <a:tab pos="4043519" algn="l"/>
                <a:tab pos="4492800" algn="l"/>
                <a:tab pos="4941719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79" algn="l"/>
                <a:tab pos="8535960" algn="l"/>
                <a:tab pos="8985240" algn="l"/>
              </a:tabLst>
              <a:defRPr lang="en-US" sz="3200" kern="0" spc="0" baseline="0">
                <a:solidFill>
                  <a:srgbClr val="000000"/>
                </a:solidFill>
                <a:latin typeface="Calibri" pitchFamily="34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EDB251-59EB-484F-8A2B-0AA8B5277BA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887640" y="987480"/>
            <a:ext cx="4629240" cy="4873679"/>
          </a:xfrm>
        </p:spPr>
        <p:txBody>
          <a:bodyPr anchor="t">
            <a:normAutofit/>
          </a:bodyPr>
          <a:lstStyle>
            <a:lvl1pPr>
              <a:defRPr/>
            </a:lvl1pPr>
          </a:lstStyle>
          <a:p>
            <a:pPr lvl="0"/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8E9D32-F3CE-2486-B57D-E6D5B34BF5B7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30360" y="2057400"/>
            <a:ext cx="2949480" cy="3811679"/>
          </a:xfrm>
        </p:spPr>
        <p:txBody>
          <a:bodyPr/>
          <a:lstStyle>
            <a:lvl1pPr marL="0" indent="0">
              <a:tabLst>
                <a:tab pos="343080" algn="l"/>
                <a:tab pos="792360" algn="l"/>
                <a:tab pos="1241640" algn="l"/>
                <a:tab pos="1690919" algn="l"/>
                <a:tab pos="2140200" algn="l"/>
                <a:tab pos="2589480" algn="l"/>
                <a:tab pos="3038759" algn="l"/>
                <a:tab pos="3488040" algn="l"/>
                <a:tab pos="3937320" algn="l"/>
                <a:tab pos="4386600" algn="l"/>
                <a:tab pos="4835880" algn="l"/>
                <a:tab pos="5284800" algn="l"/>
                <a:tab pos="5734080" algn="l"/>
                <a:tab pos="6183360" algn="l"/>
                <a:tab pos="6632640" algn="l"/>
                <a:tab pos="7081920" algn="l"/>
                <a:tab pos="7531199" algn="l"/>
                <a:tab pos="7980480" algn="l"/>
                <a:tab pos="8429760" algn="l"/>
                <a:tab pos="8879040" algn="l"/>
                <a:tab pos="9328320" algn="l"/>
              </a:tabLst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D48665-BFDF-177A-2955-FD0667087502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Aug 20, 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42170C-0BC9-B5E5-ABFF-8E2EDBE8B6CF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IN"/>
              <a:t>Department of Computer Engineering, International Institute of Information Technology, Hinjawadi, Pune-411057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F8D534-AA3C-2F6C-6184-C9B7150B323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4500E86-CBE9-44DB-BE06-FA8BC12AB988}" type="slidenum"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32603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DDE12-07F5-DC5B-21FE-200D2936D6ED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 marL="0" marR="0" indent="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449280" algn="l"/>
                <a:tab pos="898559" algn="l"/>
                <a:tab pos="1347840" algn="l"/>
                <a:tab pos="1797120" algn="l"/>
                <a:tab pos="2246400" algn="l"/>
                <a:tab pos="2695680" algn="l"/>
                <a:tab pos="3144959" algn="l"/>
                <a:tab pos="3594240" algn="l"/>
                <a:tab pos="4043519" algn="l"/>
                <a:tab pos="4492800" algn="l"/>
                <a:tab pos="4941719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79" algn="l"/>
                <a:tab pos="8535960" algn="l"/>
                <a:tab pos="8985240" algn="l"/>
              </a:tabLst>
              <a:defRPr lang="en-US" kern="0" spc="0" baseline="0">
                <a:solidFill>
                  <a:srgbClr val="000000"/>
                </a:solidFill>
                <a:latin typeface="Calibri" pitchFamily="34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082F8A-F07E-4BB6-AC57-872BA2398CA5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D08095-3745-0E03-DF8B-0BFA484F1A43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Aug 20,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2308EA-2489-046C-70C7-2AF996EE07E6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IN"/>
              <a:t>Department of Computer Engineering, International Institute of Information Technology, Hinjawadi, Pune-411057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198E27-7EB4-0649-B4F2-3700E026A09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49B66CF-90BF-443C-BF6B-CFFD25922DE5}" type="slidenum"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2466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44A880-EAB3-65BB-D3F1-B08902560C83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6629400" y="274680"/>
            <a:ext cx="2055960" cy="5850000"/>
          </a:xfrm>
        </p:spPr>
        <p:txBody>
          <a:bodyPr vert="eaVert"/>
          <a:lstStyle>
            <a:lvl1pPr marL="0" marR="0" indent="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449280" algn="l"/>
                <a:tab pos="898559" algn="l"/>
                <a:tab pos="1347840" algn="l"/>
                <a:tab pos="1797120" algn="l"/>
                <a:tab pos="2246400" algn="l"/>
                <a:tab pos="2695680" algn="l"/>
                <a:tab pos="3144959" algn="l"/>
                <a:tab pos="3594240" algn="l"/>
                <a:tab pos="4043519" algn="l"/>
                <a:tab pos="4492800" algn="l"/>
                <a:tab pos="4941719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79" algn="l"/>
                <a:tab pos="8535960" algn="l"/>
                <a:tab pos="8985240" algn="l"/>
              </a:tabLst>
              <a:defRPr lang="en-US" kern="0" spc="0" baseline="0">
                <a:solidFill>
                  <a:srgbClr val="000000"/>
                </a:solidFill>
                <a:latin typeface="Calibri" pitchFamily="34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37137A-9C9A-3451-0681-9D790CA5F7AD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457200" y="274680"/>
            <a:ext cx="6019919" cy="5850000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C32F3E-2571-190D-1FF2-6A06A5A053CF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Aug 20,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B28555-3A39-E8F3-9AE1-030E76A25170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IN"/>
              <a:t>Department of Computer Engineering, International Institute of Information Technology, Hinjawadi, Pune-411057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8F26F8-047E-AACC-3436-30BBB3BC7AE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927594D-1F1F-46FE-A371-BC15C4B18A99}" type="slidenum"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84723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D54BA3-4C2A-BE5D-6101-094520D11A1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74680"/>
            <a:ext cx="8228160" cy="1141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6800" rIns="90000" bIns="46800" anchor="ctr" anchorCtr="1">
            <a:noAutofit/>
          </a:bodyPr>
          <a:lstStyle/>
          <a:p>
            <a:pPr lvl="0"/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65A9AB-1A32-1F6F-4BE5-38467C2666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6800" rIns="90000" bIns="46800" anchor="t" anchorCtr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CE4300-53E7-FADC-8602-7068DB57B2A2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457200" y="6356160"/>
            <a:ext cx="2131920" cy="363239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6800" rIns="90000" bIns="46800" anchor="ctr" anchorCtr="0">
            <a:noAutofit/>
          </a:bodyPr>
          <a:lstStyle>
            <a:lvl1pPr marL="0" marR="0" lvl="0" indent="0" algn="l" rtl="0" hangingPunct="1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  <a:defRPr lang="en-US" sz="1200" b="0" i="0" u="none" strike="noStrike" kern="1200" cap="none" spc="0" baseline="0">
                <a:solidFill>
                  <a:srgbClr val="898989"/>
                </a:solidFill>
                <a:latin typeface="Calibri" pitchFamily="34"/>
                <a:ea typeface="Arial" pitchFamily="2"/>
                <a:cs typeface="Arial" pitchFamily="2"/>
              </a:defRPr>
            </a:lvl1pPr>
          </a:lstStyle>
          <a:p>
            <a:pPr lvl="0"/>
            <a:r>
              <a:rPr lang="en-US"/>
              <a:t>Aug 20,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E939A5-6AA5-E5D8-CC98-A52854CBE1F3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3123720" y="6356160"/>
            <a:ext cx="2894040" cy="363239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6800" rIns="90000" bIns="46800" anchor="ctr" anchorCtr="1">
            <a:noAutofit/>
          </a:bodyPr>
          <a:lstStyle>
            <a:lvl1pPr marL="0" marR="0" lvl="0" indent="0" algn="ctr" rtl="0" hangingPunct="1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  <a:defRPr lang="en-IN" sz="1200" b="0" i="0" u="none" strike="noStrike" kern="1200" cap="none" spc="0" baseline="0">
                <a:solidFill>
                  <a:srgbClr val="898989"/>
                </a:solidFill>
                <a:latin typeface="Calibri" pitchFamily="34"/>
                <a:ea typeface="Arial" pitchFamily="2"/>
                <a:cs typeface="Arial" pitchFamily="2"/>
              </a:defRPr>
            </a:lvl1pPr>
          </a:lstStyle>
          <a:p>
            <a:pPr lvl="0"/>
            <a:r>
              <a:rPr lang="en-IN"/>
              <a:t>Department of Computer Engineering, International Institute of Information Technology, Hinjawadi, Pune-411057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461FE7-6E97-725E-5D1C-C8F97CCEB63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6552719" y="6356160"/>
            <a:ext cx="2132280" cy="363239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6800" rIns="90000" bIns="46800" anchor="ctr" anchorCtr="0">
            <a:noAutofit/>
          </a:bodyPr>
          <a:lstStyle>
            <a:lvl1pPr marL="0" marR="0" lvl="0" indent="0" algn="r" rtl="0" hangingPunct="1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  <a:defRPr lang="en-IN" sz="1200" b="0" i="0" u="none" strike="noStrike" kern="1200" cap="none" spc="0" baseline="0">
                <a:solidFill>
                  <a:srgbClr val="898989"/>
                </a:solidFill>
                <a:latin typeface="Calibri" pitchFamily="34"/>
                <a:ea typeface="Arial" pitchFamily="2"/>
                <a:cs typeface="Arial" pitchFamily="2"/>
              </a:defRPr>
            </a:lvl1pPr>
          </a:lstStyle>
          <a:p>
            <a:pPr lvl="0"/>
            <a:fld id="{DF47AF3D-892C-452F-910F-F9E264B9153E}" type="slidenum"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lvl="0" algn="ctr" rtl="0" hangingPunct="0">
        <a:buNone/>
        <a:tabLst/>
        <a:defRPr lang="en-IN" sz="44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Liberation Sans" pitchFamily="18"/>
          <a:ea typeface="Microsoft YaHei" pitchFamily="2"/>
          <a:cs typeface="Lucida Sans" pitchFamily="2"/>
        </a:defRPr>
      </a:lvl1pPr>
    </p:titleStyle>
    <p:bodyStyle>
      <a:lvl1pPr marL="343080" marR="0" lvl="0" indent="-343080" algn="l" rtl="0" hangingPunct="0">
        <a:lnSpc>
          <a:spcPct val="100000"/>
        </a:lnSpc>
        <a:spcBef>
          <a:spcPts val="816"/>
        </a:spcBef>
        <a:spcAft>
          <a:spcPts val="11"/>
        </a:spcAft>
        <a:buSzPct val="45000"/>
        <a:buFont typeface="OpenSymbol"/>
        <a:buChar char="●"/>
        <a:tabLst>
          <a:tab pos="343080" algn="l"/>
          <a:tab pos="792360" algn="l"/>
          <a:tab pos="1241639" algn="l"/>
          <a:tab pos="1690920" algn="l"/>
          <a:tab pos="2140200" algn="l"/>
          <a:tab pos="2589480" algn="l"/>
          <a:tab pos="3038760" algn="l"/>
          <a:tab pos="3488039" algn="l"/>
          <a:tab pos="3937320" algn="l"/>
          <a:tab pos="4386599" algn="l"/>
          <a:tab pos="4835880" algn="l"/>
          <a:tab pos="5284799" algn="l"/>
          <a:tab pos="5734080" algn="l"/>
          <a:tab pos="6183360" algn="l"/>
          <a:tab pos="6632640" algn="l"/>
          <a:tab pos="7081920" algn="l"/>
          <a:tab pos="7531200" algn="l"/>
          <a:tab pos="7980480" algn="l"/>
          <a:tab pos="8429759" algn="l"/>
          <a:tab pos="8879040" algn="l"/>
          <a:tab pos="9328320" algn="l"/>
        </a:tabLst>
        <a:defRPr lang="en-US" sz="3200" b="0" i="0" u="none" strike="noStrike" kern="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Calibri" pitchFamily="34"/>
          <a:ea typeface="Microsoft YaHei" pitchFamily="2"/>
          <a:cs typeface="Lucida Sans" pitchFamily="2"/>
        </a:defRPr>
      </a:lvl1pPr>
      <a:lvl2pPr marL="685799" marR="0" lvl="1" indent="-228600" algn="l" rtl="0" hangingPunct="1">
        <a:lnSpc>
          <a:spcPct val="90000"/>
        </a:lnSpc>
        <a:spcBef>
          <a:spcPts val="499"/>
        </a:spcBef>
        <a:spcAft>
          <a:spcPts val="0"/>
        </a:spcAft>
        <a:buSzPct val="75000"/>
        <a:buFont typeface="OpenSymbol"/>
        <a:buChar char="–"/>
        <a:tabLst/>
        <a:defRPr lang="en-US" sz="24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ptos" pitchFamily="18"/>
          <a:ea typeface="Microsoft YaHei" pitchFamily="2"/>
          <a:cs typeface="Lucida Sans" pitchFamily="2"/>
        </a:defRPr>
      </a:lvl2pPr>
      <a:lvl3pPr marL="1143000" marR="0" lvl="2" indent="-228600" algn="l" rtl="0" hangingPunct="1">
        <a:lnSpc>
          <a:spcPct val="90000"/>
        </a:lnSpc>
        <a:spcBef>
          <a:spcPts val="499"/>
        </a:spcBef>
        <a:spcAft>
          <a:spcPts val="0"/>
        </a:spcAft>
        <a:buSzPct val="45000"/>
        <a:buFont typeface="OpenSymbol"/>
        <a:buChar char="●"/>
        <a:tabLst/>
        <a:defRPr lang="en-US" sz="20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ptos" pitchFamily="18"/>
          <a:ea typeface="Microsoft YaHei" pitchFamily="2"/>
          <a:cs typeface="Lucida Sans" pitchFamily="2"/>
        </a:defRPr>
      </a:lvl3pPr>
      <a:lvl4pPr marL="1600200" marR="0" lvl="3" indent="-228600" algn="l" rtl="0" hangingPunct="1">
        <a:lnSpc>
          <a:spcPct val="90000"/>
        </a:lnSpc>
        <a:spcBef>
          <a:spcPts val="499"/>
        </a:spcBef>
        <a:spcAft>
          <a:spcPts val="0"/>
        </a:spcAft>
        <a:buSzPct val="75000"/>
        <a:buFont typeface="OpenSymbol"/>
        <a:buChar char="–"/>
        <a:tabLst/>
        <a:defRPr lang="en-US" sz="18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ptos" pitchFamily="18"/>
          <a:ea typeface="Microsoft YaHei" pitchFamily="2"/>
          <a:cs typeface="Lucida Sans" pitchFamily="2"/>
        </a:defRPr>
      </a:lvl4pPr>
      <a:lvl5pPr marL="2057400" marR="0" lvl="4" indent="-228600" algn="l" rtl="0" hangingPunct="1">
        <a:lnSpc>
          <a:spcPct val="90000"/>
        </a:lnSpc>
        <a:spcBef>
          <a:spcPts val="499"/>
        </a:spcBef>
        <a:spcAft>
          <a:spcPts val="0"/>
        </a:spcAft>
        <a:buSzPct val="45000"/>
        <a:buFont typeface="OpenSymbol"/>
        <a:buChar char="●"/>
        <a:tabLst/>
        <a:defRPr lang="en-US" sz="18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ptos" pitchFamily="18"/>
          <a:ea typeface="Microsoft YaHei" pitchFamily="2"/>
          <a:cs typeface="Lucida Sans" pitchFamily="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31D98E1A-0DB9-620F-16EC-A555D3BF43E1}"/>
              </a:ext>
            </a:extLst>
          </p:cNvPr>
          <p:cNvSpPr/>
          <p:nvPr/>
        </p:nvSpPr>
        <p:spPr>
          <a:xfrm>
            <a:off x="720719" y="2536920"/>
            <a:ext cx="7786800" cy="3943080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t" anchorCtr="1" compatLnSpc="0">
            <a:noAutofit/>
          </a:bodyPr>
          <a:lstStyle/>
          <a:p>
            <a:pPr marL="0" marR="0" lvl="0" indent="0" algn="ctr" rtl="0" hangingPunct="1">
              <a:lnSpc>
                <a:spcPct val="80000"/>
              </a:lnSpc>
              <a:spcBef>
                <a:spcPts val="584"/>
              </a:spcBef>
              <a:spcAft>
                <a:spcPts val="11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200" b="1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latin typeface="Times New Roman" pitchFamily="18"/>
                <a:ea typeface="Times New Roman" pitchFamily="18"/>
                <a:cs typeface="Times New Roman" pitchFamily="18"/>
              </a:rPr>
              <a:t>Presented By:</a:t>
            </a:r>
          </a:p>
          <a:p>
            <a:pPr marL="0" marR="0" lvl="0" indent="0" algn="ctr" rtl="0" hangingPunct="1">
              <a:lnSpc>
                <a:spcPct val="80000"/>
              </a:lnSpc>
              <a:spcBef>
                <a:spcPts val="584"/>
              </a:spcBef>
              <a:spcAft>
                <a:spcPts val="11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500" b="1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latin typeface="Times New Roman" pitchFamily="18"/>
                <a:ea typeface="Times New Roman" pitchFamily="18"/>
                <a:cs typeface="Times New Roman" pitchFamily="18"/>
              </a:rPr>
              <a:t>Parth Bhad</a:t>
            </a:r>
          </a:p>
          <a:p>
            <a:pPr marL="0" marR="0" lvl="0" indent="0" algn="ctr" rtl="0" hangingPunct="1">
              <a:lnSpc>
                <a:spcPct val="80000"/>
              </a:lnSpc>
              <a:spcBef>
                <a:spcPts val="584"/>
              </a:spcBef>
              <a:spcAft>
                <a:spcPts val="11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2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latin typeface="Times New Roman" pitchFamily="18"/>
                <a:ea typeface="Times New Roman" pitchFamily="18"/>
                <a:cs typeface="Times New Roman" pitchFamily="18"/>
              </a:rPr>
              <a:t>TE (Computer Engineering)  </a:t>
            </a:r>
          </a:p>
          <a:p>
            <a:pPr marL="0" marR="0" lvl="0" indent="0" algn="ctr" rtl="0" hangingPunct="1">
              <a:lnSpc>
                <a:spcPct val="80000"/>
              </a:lnSpc>
              <a:spcBef>
                <a:spcPts val="584"/>
              </a:spcBef>
              <a:spcAft>
                <a:spcPts val="11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2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latin typeface="Times New Roman" pitchFamily="18"/>
                <a:ea typeface="Times New Roman" pitchFamily="18"/>
                <a:cs typeface="Times New Roman" pitchFamily="18"/>
              </a:rPr>
              <a:t>Roll No.  :  TCA46</a:t>
            </a:r>
          </a:p>
          <a:p>
            <a:pPr marL="0" marR="0" lvl="0" indent="0" algn="ctr" rtl="0" hangingPunct="1">
              <a:lnSpc>
                <a:spcPct val="80000"/>
              </a:lnSpc>
              <a:spcBef>
                <a:spcPts val="584"/>
              </a:spcBef>
              <a:spcAft>
                <a:spcPts val="11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endParaRPr lang="en-US" sz="2200" b="1" i="0" u="none" strike="noStrike" kern="1200" cap="none" spc="0" baseline="0">
              <a:ln>
                <a:noFill/>
              </a:ln>
              <a:solidFill>
                <a:srgbClr val="000000"/>
              </a:solidFill>
              <a:latin typeface="Times New Roman" pitchFamily="18"/>
              <a:ea typeface="Times New Roman" pitchFamily="18"/>
              <a:cs typeface="Times New Roman" pitchFamily="18"/>
            </a:endParaRPr>
          </a:p>
          <a:p>
            <a:pPr marL="0" marR="0" lvl="0" indent="0" algn="ctr" rtl="0" hangingPunct="1">
              <a:lnSpc>
                <a:spcPct val="80000"/>
              </a:lnSpc>
              <a:spcBef>
                <a:spcPts val="584"/>
              </a:spcBef>
              <a:spcAft>
                <a:spcPts val="11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200" b="1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latin typeface="Times New Roman" pitchFamily="18"/>
                <a:ea typeface="Times New Roman" pitchFamily="18"/>
                <a:cs typeface="Times New Roman" pitchFamily="18"/>
              </a:rPr>
              <a:t>Under the guidance of</a:t>
            </a:r>
          </a:p>
          <a:p>
            <a:pPr marL="0" marR="0" lvl="0" indent="0" algn="ctr" rtl="0" hangingPunct="1">
              <a:lnSpc>
                <a:spcPct val="80000"/>
              </a:lnSpc>
              <a:spcBef>
                <a:spcPts val="584"/>
              </a:spcBef>
              <a:spcAft>
                <a:spcPts val="11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8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latin typeface="Times New Roman" pitchFamily="18"/>
                <a:ea typeface="Times New Roman" pitchFamily="18"/>
                <a:cs typeface="Times New Roman" pitchFamily="18"/>
              </a:rPr>
              <a:t>Dr. Ajitkumar Shitole</a:t>
            </a:r>
          </a:p>
          <a:p>
            <a:pPr marL="0" marR="0" lvl="0" indent="0" algn="ctr" rtl="0" hangingPunct="1">
              <a:lnSpc>
                <a:spcPct val="80000"/>
              </a:lnSpc>
              <a:spcBef>
                <a:spcPts val="584"/>
              </a:spcBef>
              <a:spcAft>
                <a:spcPts val="11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000" b="1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latin typeface="Times New Roman" pitchFamily="18"/>
                <a:ea typeface="Times New Roman" pitchFamily="18"/>
                <a:cs typeface="Times New Roman" pitchFamily="18"/>
              </a:rPr>
              <a:t>Department of Computer Engineering</a:t>
            </a:r>
          </a:p>
          <a:p>
            <a:pPr marL="0" marR="0" lvl="0" indent="0" algn="ctr" rtl="0" hangingPunct="0">
              <a:lnSpc>
                <a:spcPct val="80000"/>
              </a:lnSpc>
              <a:spcBef>
                <a:spcPts val="516"/>
              </a:spcBef>
              <a:spcAft>
                <a:spcPts val="11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000" b="1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latin typeface="Times New Roman" pitchFamily="18"/>
                <a:ea typeface="Times New Roman" pitchFamily="18"/>
                <a:cs typeface="Times New Roman" pitchFamily="18"/>
              </a:rPr>
              <a:t>A.Y. 2026-27</a:t>
            </a:r>
          </a:p>
          <a:p>
            <a:pPr marL="0" marR="0" lvl="0" indent="0" algn="ctr" rtl="0" hangingPunct="0">
              <a:lnSpc>
                <a:spcPct val="80000"/>
              </a:lnSpc>
              <a:spcBef>
                <a:spcPts val="516"/>
              </a:spcBef>
              <a:spcAft>
                <a:spcPts val="11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endParaRPr lang="en-US" sz="2000" b="1" i="0" u="none" strike="noStrike" kern="1200" cap="none" spc="0" baseline="0">
              <a:ln>
                <a:noFill/>
              </a:ln>
              <a:solidFill>
                <a:srgbClr val="000000"/>
              </a:solidFill>
              <a:latin typeface="Times New Roman" pitchFamily="18"/>
              <a:ea typeface="Times New Roman" pitchFamily="18"/>
              <a:cs typeface="Times New Roman" pitchFamily="18"/>
            </a:endParaRPr>
          </a:p>
          <a:p>
            <a:pPr marL="0" marR="0" lvl="0" indent="0" algn="ctr" rtl="0" hangingPunct="0">
              <a:lnSpc>
                <a:spcPct val="80000"/>
              </a:lnSpc>
              <a:spcBef>
                <a:spcPts val="516"/>
              </a:spcBef>
              <a:spcAft>
                <a:spcPts val="11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000" b="1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latin typeface="Times New Roman" pitchFamily="18"/>
                <a:ea typeface="Times New Roman" pitchFamily="18"/>
                <a:cs typeface="Times New Roman" pitchFamily="18"/>
              </a:rPr>
              <a:t>Hope Foundation’s</a:t>
            </a:r>
          </a:p>
          <a:p>
            <a:pPr marL="0" marR="0" lvl="0" indent="0" algn="ctr" rtl="0" hangingPunct="0">
              <a:lnSpc>
                <a:spcPct val="80000"/>
              </a:lnSpc>
              <a:spcBef>
                <a:spcPts val="516"/>
              </a:spcBef>
              <a:spcAft>
                <a:spcPts val="11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000" b="1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latin typeface="Times New Roman" pitchFamily="18"/>
                <a:ea typeface="Times New Roman" pitchFamily="18"/>
                <a:cs typeface="Times New Roman" pitchFamily="18"/>
              </a:rPr>
              <a:t> International Institute of Information Technology, Hinjawadi, Pune-411057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6B601695-A826-1A85-3F4F-B45D04F6FADC}"/>
              </a:ext>
            </a:extLst>
          </p:cNvPr>
          <p:cNvSpPr/>
          <p:nvPr/>
        </p:nvSpPr>
        <p:spPr>
          <a:xfrm>
            <a:off x="500040" y="1230480"/>
            <a:ext cx="8229600" cy="1469880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3200" b="1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latin typeface="Times New Roman" pitchFamily="18"/>
                <a:ea typeface="Times New Roman" pitchFamily="18"/>
                <a:cs typeface="Times New Roman" pitchFamily="18"/>
              </a:rPr>
              <a:t>Interpretable Medical Imaging via Probabilistic Strip-CNNs</a:t>
            </a:r>
          </a:p>
        </p:txBody>
      </p:sp>
      <p:pic>
        <p:nvPicPr>
          <p:cNvPr id="4" name="">
            <a:extLst>
              <a:ext uri="{FF2B5EF4-FFF2-40B4-BE49-F238E27FC236}">
                <a16:creationId xmlns:a16="http://schemas.microsoft.com/office/drawing/2014/main" id="{FFB49D4F-DFE6-A4CA-C1DF-FBC0A5BBF156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4140360" y="114480"/>
            <a:ext cx="1120680" cy="1325520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5" name="">
            <a:extLst>
              <a:ext uri="{FF2B5EF4-FFF2-40B4-BE49-F238E27FC236}">
                <a16:creationId xmlns:a16="http://schemas.microsoft.com/office/drawing/2014/main" id="{4E986F61-7C06-15E1-9D82-C9CB1D3F00CA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414360" y="1440000"/>
            <a:ext cx="1096920" cy="1096920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40C61976-5D8E-26A6-22EB-F4C899B146CB}"/>
              </a:ext>
            </a:extLst>
          </p:cNvPr>
          <p:cNvSpPr/>
          <p:nvPr/>
        </p:nvSpPr>
        <p:spPr>
          <a:xfrm>
            <a:off x="457200" y="274680"/>
            <a:ext cx="8229600" cy="1143000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IN" sz="3600" b="1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latin typeface="Times New Roman" pitchFamily="18"/>
                <a:ea typeface="Times New Roman" pitchFamily="18"/>
                <a:cs typeface="Times New Roman" pitchFamily="18"/>
              </a:rPr>
              <a:t>Introduction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161380EA-CBCD-E025-6E01-C362327967CE}"/>
              </a:ext>
            </a:extLst>
          </p:cNvPr>
          <p:cNvSpPr/>
          <p:nvPr/>
        </p:nvSpPr>
        <p:spPr>
          <a:xfrm>
            <a:off x="411120" y="1414440"/>
            <a:ext cx="8229600" cy="4525920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0">
            <a:noAutofit/>
          </a:bodyPr>
          <a:lstStyle/>
          <a:p>
            <a:pPr marL="0" marR="0" lvl="0" indent="0" algn="just" rtl="0" hangingPunct="1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  <a:buClr>
                <a:srgbClr val="000000"/>
              </a:buClr>
              <a:buSzPct val="100000"/>
              <a:buFont typeface="Arial" pitchFamily="2"/>
              <a:buChar char="•"/>
              <a:tabLst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200" b="1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latin typeface="Times New Roman" pitchFamily="18"/>
                <a:ea typeface="Times New Roman" pitchFamily="18"/>
                <a:cs typeface="Times New Roman" pitchFamily="18"/>
              </a:rPr>
              <a:t>Core Technology:</a:t>
            </a:r>
            <a:r>
              <a:rPr lang="en-US" sz="22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latin typeface="Times New Roman" pitchFamily="18"/>
                <a:ea typeface="Times New Roman" pitchFamily="18"/>
                <a:cs typeface="Times New Roman" pitchFamily="18"/>
              </a:rPr>
              <a:t> Convolutional Neural Networks (CNNs) have become the default standard for medical image analysis (X-rays, CT scans, MRIs).</a:t>
            </a:r>
          </a:p>
          <a:p>
            <a:pPr marL="0" marR="0" lvl="0" indent="0" algn="just" rtl="0" hangingPunct="1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  <a:buClr>
                <a:srgbClr val="000000"/>
              </a:buClr>
              <a:buSzPct val="100000"/>
              <a:buFont typeface="Arial" pitchFamily="2"/>
              <a:buChar char="•"/>
              <a:tabLst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200" b="1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latin typeface="Times New Roman" pitchFamily="18"/>
                <a:ea typeface="Times New Roman" pitchFamily="18"/>
                <a:cs typeface="Times New Roman" pitchFamily="18"/>
              </a:rPr>
              <a:t>Standard Assumptions: </a:t>
            </a:r>
            <a:r>
              <a:rPr lang="en-US" sz="22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latin typeface="Times New Roman" pitchFamily="18"/>
                <a:ea typeface="Times New Roman" pitchFamily="18"/>
                <a:cs typeface="Times New Roman" pitchFamily="18"/>
              </a:rPr>
              <a:t>Conventional CNNs rely on small square convolution kernels and deterministic output layers providing single, uncalibrated predictions.</a:t>
            </a:r>
          </a:p>
          <a:p>
            <a:pPr marL="0" marR="0" lvl="0" indent="0" algn="just" rtl="0" hangingPunct="1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  <a:buClr>
                <a:srgbClr val="000000"/>
              </a:buClr>
              <a:buSzPct val="100000"/>
              <a:buFont typeface="Arial" pitchFamily="2"/>
              <a:buChar char="•"/>
              <a:tabLst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200" b="1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latin typeface="Times New Roman" pitchFamily="18"/>
                <a:ea typeface="Times New Roman" pitchFamily="18"/>
                <a:cs typeface="Times New Roman" pitchFamily="18"/>
              </a:rPr>
              <a:t>Clinical Limitations: </a:t>
            </a:r>
            <a:r>
              <a:rPr lang="en-US" sz="22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latin typeface="Times New Roman" pitchFamily="18"/>
                <a:ea typeface="Times New Roman" pitchFamily="18"/>
                <a:cs typeface="Times New Roman" pitchFamily="18"/>
              </a:rPr>
              <a:t>Pathological structures like blood vessels, nerve fibers, and fractures are directionally elongated, making standard square kernels geometrically suboptimal.</a:t>
            </a:r>
          </a:p>
          <a:p>
            <a:pPr marL="0" marR="0" lvl="0" indent="0" algn="just" rtl="0" hangingPunct="1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  <a:buClr>
                <a:srgbClr val="000000"/>
              </a:buClr>
              <a:buSzPct val="100000"/>
              <a:buFont typeface="Arial" pitchFamily="2"/>
              <a:buChar char="•"/>
              <a:tabLst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200" b="1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latin typeface="Times New Roman" pitchFamily="18"/>
                <a:ea typeface="Times New Roman" pitchFamily="18"/>
                <a:cs typeface="Times New Roman" pitchFamily="18"/>
              </a:rPr>
              <a:t>Reliability Risk: </a:t>
            </a:r>
            <a:r>
              <a:rPr lang="en-US" sz="22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latin typeface="Times New Roman" pitchFamily="18"/>
                <a:ea typeface="Times New Roman" pitchFamily="18"/>
                <a:cs typeface="Times New Roman" pitchFamily="18"/>
              </a:rPr>
              <a:t>Models frequently output overconfident misdiagnoses without any indication of prediction confidence for clinicians.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45329E0B-D504-C53C-84B9-8EA893FAAD5E}"/>
              </a:ext>
            </a:extLst>
          </p:cNvPr>
          <p:cNvSpPr/>
          <p:nvPr/>
        </p:nvSpPr>
        <p:spPr>
          <a:xfrm>
            <a:off x="785880" y="6492960"/>
            <a:ext cx="7929360" cy="365040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square" lIns="90000" tIns="46800" rIns="90000" bIns="4680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IN" sz="1200" b="0" i="0" u="none" strike="noStrike" kern="1200" cap="none" spc="0" baseline="0">
                <a:ln>
                  <a:noFill/>
                </a:ln>
                <a:solidFill>
                  <a:srgbClr val="898989"/>
                </a:solidFill>
                <a:latin typeface="Calibri" pitchFamily="34"/>
                <a:ea typeface="Arial" pitchFamily="2"/>
                <a:cs typeface="Arial" pitchFamily="2"/>
              </a:rPr>
              <a:t>Department of Computer Engineering, International Institute of Information Technology, Hinjawadi, Pune-411057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96C53E16-25D5-1691-4804-5B386E5BCD30}"/>
              </a:ext>
            </a:extLst>
          </p:cNvPr>
          <p:cNvSpPr/>
          <p:nvPr/>
        </p:nvSpPr>
        <p:spPr>
          <a:xfrm>
            <a:off x="7010280" y="6492960"/>
            <a:ext cx="2133720" cy="365040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square" lIns="90000" tIns="46800" rIns="90000" bIns="46800" anchor="ctr" anchorCtr="0" compatLnSpc="0">
            <a:no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fld id="{87FCE2D7-AD43-4D01-B6B5-0A2C2D80572C}" type="slidenum">
              <a:t>2</a:t>
            </a:fld>
            <a:endParaRPr lang="en-IN" sz="1200" b="0" i="0" u="none" strike="noStrike" kern="1200" cap="none" spc="0" baseline="0">
              <a:ln>
                <a:noFill/>
              </a:ln>
              <a:solidFill>
                <a:srgbClr val="898989"/>
              </a:solidFill>
              <a:latin typeface="Calibri" pitchFamily="34"/>
              <a:ea typeface="Arial" pitchFamily="2"/>
              <a:cs typeface="Arial" pitchFamily="2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5501BEC-B581-7751-A908-336B8266E51B}"/>
              </a:ext>
            </a:extLst>
          </p:cNvPr>
          <p:cNvSpPr/>
          <p:nvPr/>
        </p:nvSpPr>
        <p:spPr>
          <a:xfrm>
            <a:off x="0" y="6492960"/>
            <a:ext cx="2133720" cy="365040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square" lIns="90000" tIns="46800" rIns="90000" bIns="4680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200" b="0" i="0" u="none" strike="noStrike" kern="1200" cap="none" spc="0" baseline="0">
                <a:ln>
                  <a:noFill/>
                </a:ln>
                <a:solidFill>
                  <a:srgbClr val="898989"/>
                </a:solidFill>
                <a:latin typeface="Calibri" pitchFamily="34"/>
                <a:ea typeface="Arial" pitchFamily="2"/>
                <a:cs typeface="Arial" pitchFamily="2"/>
              </a:rPr>
              <a:t>Aug 22, 2026</a:t>
            </a:r>
          </a:p>
        </p:txBody>
      </p:sp>
      <p:pic>
        <p:nvPicPr>
          <p:cNvPr id="7" name="">
            <a:extLst>
              <a:ext uri="{FF2B5EF4-FFF2-40B4-BE49-F238E27FC236}">
                <a16:creationId xmlns:a16="http://schemas.microsoft.com/office/drawing/2014/main" id="{9248D207-0F13-0F1B-E866-B5A49E66AEAE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180160" y="180000"/>
            <a:ext cx="879840" cy="1280880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0823B766-782F-B0D1-D81C-75ECA335D984}"/>
              </a:ext>
            </a:extLst>
          </p:cNvPr>
          <p:cNvSpPr/>
          <p:nvPr/>
        </p:nvSpPr>
        <p:spPr>
          <a:xfrm>
            <a:off x="2977200" y="457200"/>
            <a:ext cx="3502799" cy="1143000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IN" sz="4000" b="1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latin typeface="Times New Roman" pitchFamily="18"/>
                <a:ea typeface="Times New Roman" pitchFamily="18"/>
                <a:cs typeface="Times New Roman" pitchFamily="18"/>
              </a:rPr>
              <a:t>Motivation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B5EC9D5D-F374-5E46-0FFB-639AAE177FC5}"/>
              </a:ext>
            </a:extLst>
          </p:cNvPr>
          <p:cNvSpPr/>
          <p:nvPr/>
        </p:nvSpPr>
        <p:spPr>
          <a:xfrm>
            <a:off x="457200" y="1600200"/>
            <a:ext cx="8229600" cy="4525920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0">
            <a:noAutofit/>
          </a:bodyPr>
          <a:lstStyle/>
          <a:p>
            <a:pPr marL="0" marR="0" lvl="0" indent="0" algn="just" rtl="0" hangingPunct="1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  <a:buClr>
                <a:srgbClr val="000000"/>
              </a:buClr>
              <a:buSzPct val="100000"/>
              <a:buFont typeface="Arial" pitchFamily="2"/>
              <a:buChar char="•"/>
              <a:tabLst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200" b="1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latin typeface="Times New Roman" pitchFamily="18"/>
                <a:ea typeface="Times New Roman" pitchFamily="18"/>
                <a:cs typeface="Times New Roman" pitchFamily="18"/>
              </a:rPr>
              <a:t>Geometrical Mismatch: </a:t>
            </a:r>
            <a:r>
              <a:rPr lang="en-US" sz="22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latin typeface="Times New Roman" pitchFamily="18"/>
                <a:ea typeface="Times New Roman" pitchFamily="18"/>
                <a:cs typeface="Times New Roman" pitchFamily="18"/>
              </a:rPr>
              <a:t>Standard isotropic square windows fail to efficiently capture elongated or oriented anatomical structures.</a:t>
            </a:r>
          </a:p>
          <a:p>
            <a:pPr marL="0" marR="0" lvl="0" indent="0" algn="just" rtl="0" hangingPunct="1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  <a:buClr>
                <a:srgbClr val="000000"/>
              </a:buClr>
              <a:buSzPct val="100000"/>
              <a:buFont typeface="Arial" pitchFamily="2"/>
              <a:buChar char="•"/>
              <a:tabLst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200" b="1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latin typeface="Times New Roman" pitchFamily="18"/>
                <a:ea typeface="Times New Roman" pitchFamily="18"/>
                <a:cs typeface="Times New Roman" pitchFamily="18"/>
              </a:rPr>
              <a:t>The Trust Gap: </a:t>
            </a:r>
            <a:r>
              <a:rPr lang="en-US" sz="22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latin typeface="Times New Roman" pitchFamily="18"/>
                <a:ea typeface="Times New Roman" pitchFamily="18"/>
                <a:cs typeface="Times New Roman" pitchFamily="18"/>
              </a:rPr>
              <a:t>High-stakes clinical environments demand not just high accuracy, but quantified confidence to flag uncertain cases for expert review.</a:t>
            </a:r>
          </a:p>
          <a:p>
            <a:pPr marL="0" marR="0" lvl="0" indent="0" algn="just" rtl="0" hangingPunct="1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  <a:buClr>
                <a:srgbClr val="000000"/>
              </a:buClr>
              <a:buSzPct val="100000"/>
              <a:buFont typeface="Arial" pitchFamily="2"/>
              <a:buChar char="•"/>
              <a:tabLst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200" b="1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latin typeface="Times New Roman" pitchFamily="18"/>
                <a:ea typeface="Times New Roman" pitchFamily="18"/>
                <a:cs typeface="Times New Roman" pitchFamily="18"/>
              </a:rPr>
              <a:t>Cross-Domain Inspiration: </a:t>
            </a:r>
            <a:r>
              <a:rPr lang="en-US" sz="22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latin typeface="Times New Roman" pitchFamily="18"/>
                <a:ea typeface="Times New Roman" pitchFamily="18"/>
                <a:cs typeface="Times New Roman" pitchFamily="18"/>
              </a:rPr>
              <a:t>Recent advances in remote sensing demonstrate that large strip (anisotropic) convolutions substantially improve elongated object detection.</a:t>
            </a:r>
          </a:p>
          <a:p>
            <a:pPr marL="0" marR="0" lvl="0" indent="0" algn="just" rtl="0" hangingPunct="1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  <a:buClr>
                <a:srgbClr val="000000"/>
              </a:buClr>
              <a:buSzPct val="100000"/>
              <a:buFont typeface="Arial" pitchFamily="2"/>
              <a:buChar char="•"/>
              <a:tabLst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200" b="1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latin typeface="Times New Roman" pitchFamily="18"/>
                <a:ea typeface="Times New Roman" pitchFamily="18"/>
                <a:cs typeface="Times New Roman" pitchFamily="18"/>
              </a:rPr>
              <a:t>Research Opportunity: </a:t>
            </a:r>
            <a:r>
              <a:rPr lang="en-US" sz="22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latin typeface="Times New Roman" pitchFamily="18"/>
                <a:ea typeface="Times New Roman" pitchFamily="18"/>
                <a:cs typeface="Times New Roman" pitchFamily="18"/>
              </a:rPr>
              <a:t>Combining anisotropic convolutions with uncertainty quantification (UQ) creates a more geometrically aware and trustworthy diagnostic tool.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B19B25F2-1BC4-647D-9E29-161C442D59F5}"/>
              </a:ext>
            </a:extLst>
          </p:cNvPr>
          <p:cNvSpPr/>
          <p:nvPr/>
        </p:nvSpPr>
        <p:spPr>
          <a:xfrm>
            <a:off x="785880" y="6492960"/>
            <a:ext cx="7929360" cy="365040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square" lIns="90000" tIns="46800" rIns="90000" bIns="4680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IN" sz="1200" b="0" i="0" u="none" strike="noStrike" kern="1200" cap="none" spc="0" baseline="0">
                <a:ln>
                  <a:noFill/>
                </a:ln>
                <a:solidFill>
                  <a:srgbClr val="898989"/>
                </a:solidFill>
                <a:latin typeface="Calibri" pitchFamily="34"/>
                <a:ea typeface="Arial" pitchFamily="2"/>
                <a:cs typeface="Arial" pitchFamily="2"/>
              </a:rPr>
              <a:t>Department of Computer Engineering, International Institute of Information Technology, Hinjawadi, Pune-411057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08265288-F644-1BCA-6840-1AB56F657E71}"/>
              </a:ext>
            </a:extLst>
          </p:cNvPr>
          <p:cNvSpPr/>
          <p:nvPr/>
        </p:nvSpPr>
        <p:spPr>
          <a:xfrm>
            <a:off x="7010280" y="6492960"/>
            <a:ext cx="2133720" cy="365040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square" lIns="90000" tIns="46800" rIns="90000" bIns="46800" anchor="ctr" anchorCtr="0" compatLnSpc="0">
            <a:no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fld id="{9E7F1638-F8EA-4D87-9204-E79C68F0524A}" type="slidenum">
              <a:t>3</a:t>
            </a:fld>
            <a:endParaRPr lang="en-IN" sz="1200" b="0" i="0" u="none" strike="noStrike" kern="1200" cap="none" spc="0" baseline="0">
              <a:ln>
                <a:noFill/>
              </a:ln>
              <a:solidFill>
                <a:srgbClr val="898989"/>
              </a:solidFill>
              <a:latin typeface="Calibri" pitchFamily="34"/>
              <a:ea typeface="Arial" pitchFamily="2"/>
              <a:cs typeface="Arial" pitchFamily="2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3C6A90F-3010-DA83-E802-A99A411D0F66}"/>
              </a:ext>
            </a:extLst>
          </p:cNvPr>
          <p:cNvSpPr/>
          <p:nvPr/>
        </p:nvSpPr>
        <p:spPr>
          <a:xfrm>
            <a:off x="0" y="6492960"/>
            <a:ext cx="2133720" cy="365040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square" lIns="90000" tIns="46800" rIns="90000" bIns="4680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200" b="0" i="0" u="none" strike="noStrike" kern="1200" cap="none" spc="0" baseline="0">
                <a:ln>
                  <a:noFill/>
                </a:ln>
                <a:solidFill>
                  <a:srgbClr val="898989"/>
                </a:solidFill>
                <a:latin typeface="Calibri" pitchFamily="34"/>
                <a:ea typeface="Arial" pitchFamily="2"/>
                <a:cs typeface="Arial" pitchFamily="2"/>
              </a:rPr>
              <a:t>Aug 22, 2026</a:t>
            </a:r>
          </a:p>
        </p:txBody>
      </p:sp>
      <p:pic>
        <p:nvPicPr>
          <p:cNvPr id="7" name="">
            <a:extLst>
              <a:ext uri="{FF2B5EF4-FFF2-40B4-BE49-F238E27FC236}">
                <a16:creationId xmlns:a16="http://schemas.microsoft.com/office/drawing/2014/main" id="{6EA9C942-22ED-C57D-AE3F-F27720DE7E69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451960" y="457200"/>
            <a:ext cx="968040" cy="968040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B024A56F-4AF5-215E-245C-5063AC7AD5C8}"/>
              </a:ext>
            </a:extLst>
          </p:cNvPr>
          <p:cNvSpPr/>
          <p:nvPr/>
        </p:nvSpPr>
        <p:spPr>
          <a:xfrm>
            <a:off x="485640" y="-429840"/>
            <a:ext cx="8229600" cy="1143000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IN" sz="2800" b="1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latin typeface="Times New Roman" pitchFamily="18"/>
                <a:ea typeface="Times New Roman" pitchFamily="18"/>
                <a:cs typeface="Times New Roman" pitchFamily="18"/>
              </a:rPr>
              <a:t>Literature</a:t>
            </a:r>
            <a:r>
              <a:rPr lang="en-IN" sz="4000" b="1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latin typeface="Times New Roman" pitchFamily="18"/>
                <a:ea typeface="Times New Roman" pitchFamily="18"/>
                <a:cs typeface="Times New Roman" pitchFamily="18"/>
              </a:rPr>
              <a:t> </a:t>
            </a:r>
            <a:r>
              <a:rPr lang="en-IN" sz="2800" b="1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latin typeface="Times New Roman" pitchFamily="18"/>
                <a:ea typeface="Times New Roman" pitchFamily="18"/>
                <a:cs typeface="Times New Roman" pitchFamily="18"/>
              </a:rPr>
              <a:t>Survey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4BEFC553-5F7D-4099-38F3-236948AACBCD}"/>
              </a:ext>
            </a:extLst>
          </p:cNvPr>
          <p:cNvSpPr/>
          <p:nvPr/>
        </p:nvSpPr>
        <p:spPr>
          <a:xfrm>
            <a:off x="785880" y="6492960"/>
            <a:ext cx="7929360" cy="365040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square" lIns="90000" tIns="46800" rIns="90000" bIns="4680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IN" sz="1200" b="0" i="0" u="none" strike="noStrike" kern="1200" cap="none" spc="0" baseline="0">
                <a:ln>
                  <a:noFill/>
                </a:ln>
                <a:solidFill>
                  <a:srgbClr val="898989"/>
                </a:solidFill>
                <a:latin typeface="Calibri" pitchFamily="34"/>
                <a:ea typeface="Arial" pitchFamily="2"/>
                <a:cs typeface="Arial" pitchFamily="2"/>
              </a:rPr>
              <a:t>Department of Computer Engineering, International Institute of Information Technology, Hinjawadi, Pune-411057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E41C9517-0DEB-1BE2-966D-E96196752691}"/>
              </a:ext>
            </a:extLst>
          </p:cNvPr>
          <p:cNvSpPr/>
          <p:nvPr/>
        </p:nvSpPr>
        <p:spPr>
          <a:xfrm>
            <a:off x="7010280" y="6492960"/>
            <a:ext cx="2133720" cy="365040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square" lIns="90000" tIns="46800" rIns="90000" bIns="46800" anchor="ctr" anchorCtr="0" compatLnSpc="0">
            <a:no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fld id="{0C4E8273-EAD3-4395-BEDA-DD3C1675D7D4}" type="slidenum">
              <a:t>4</a:t>
            </a:fld>
            <a:endParaRPr lang="en-IN" sz="1200" b="0" i="0" u="none" strike="noStrike" kern="1200" cap="none" spc="0" baseline="0">
              <a:ln>
                <a:noFill/>
              </a:ln>
              <a:solidFill>
                <a:srgbClr val="898989"/>
              </a:solidFill>
              <a:latin typeface="Calibri" pitchFamily="34"/>
              <a:ea typeface="Arial" pitchFamily="2"/>
              <a:cs typeface="Arial" pitchFamily="2"/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79D44E08-75E9-8AC6-1C5B-7047ADFCFA2F}"/>
              </a:ext>
            </a:extLst>
          </p:cNvPr>
          <p:cNvSpPr/>
          <p:nvPr/>
        </p:nvSpPr>
        <p:spPr>
          <a:xfrm>
            <a:off x="0" y="6492960"/>
            <a:ext cx="2133720" cy="365040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square" lIns="90000" tIns="46800" rIns="90000" bIns="4680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200" b="0" i="0" u="none" strike="noStrike" kern="1200" cap="none" spc="0" baseline="0">
                <a:ln>
                  <a:noFill/>
                </a:ln>
                <a:solidFill>
                  <a:srgbClr val="898989"/>
                </a:solidFill>
                <a:latin typeface="Calibri" pitchFamily="34"/>
                <a:ea typeface="Arial" pitchFamily="2"/>
                <a:cs typeface="Arial" pitchFamily="2"/>
              </a:rPr>
              <a:t>Aug 22, 2026</a:t>
            </a:r>
          </a:p>
        </p:txBody>
      </p:sp>
      <p:pic>
        <p:nvPicPr>
          <p:cNvPr id="6" name="">
            <a:extLst>
              <a:ext uri="{FF2B5EF4-FFF2-40B4-BE49-F238E27FC236}">
                <a16:creationId xmlns:a16="http://schemas.microsoft.com/office/drawing/2014/main" id="{ADEB8A08-1CC0-C9AC-E5CA-DEEAF00278DF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674440" y="0"/>
            <a:ext cx="414720" cy="414720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7" name="">
            <a:extLst>
              <a:ext uri="{FF2B5EF4-FFF2-40B4-BE49-F238E27FC236}">
                <a16:creationId xmlns:a16="http://schemas.microsoft.com/office/drawing/2014/main" id="{98F6D9E5-1C1F-5D17-F3E7-F80130C1FE64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52560" y="611640"/>
            <a:ext cx="9029880" cy="5881320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7D7C14A5-FC48-6019-7AD0-FA7781B25E3E}"/>
              </a:ext>
            </a:extLst>
          </p:cNvPr>
          <p:cNvSpPr/>
          <p:nvPr/>
        </p:nvSpPr>
        <p:spPr>
          <a:xfrm>
            <a:off x="900000" y="0"/>
            <a:ext cx="8100000" cy="1080720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IN" sz="3600" b="1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latin typeface="Times New Roman" pitchFamily="18"/>
                <a:ea typeface="Times New Roman" pitchFamily="18"/>
                <a:cs typeface="Times New Roman" pitchFamily="18"/>
              </a:rPr>
              <a:t>Summary/Findings of Literature Survey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CE0AD8BE-EB1B-CCBF-4A63-973F5B2CFB7D}"/>
              </a:ext>
            </a:extLst>
          </p:cNvPr>
          <p:cNvSpPr/>
          <p:nvPr/>
        </p:nvSpPr>
        <p:spPr>
          <a:xfrm>
            <a:off x="410400" y="1440000"/>
            <a:ext cx="8229600" cy="4525920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0">
            <a:noAutofit/>
          </a:bodyPr>
          <a:lstStyle/>
          <a:p>
            <a:pPr marL="0" marR="0" lvl="0" indent="0" algn="just" rtl="0" hangingPunct="1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  <a:buClr>
                <a:srgbClr val="000000"/>
              </a:buClr>
              <a:buSzPct val="100000"/>
              <a:buFont typeface="Arial" pitchFamily="2"/>
              <a:buChar char="•"/>
              <a:tabLst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200" b="1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latin typeface="Times New Roman" pitchFamily="18"/>
                <a:ea typeface="Times New Roman" pitchFamily="18"/>
                <a:cs typeface="Times New Roman" pitchFamily="18"/>
              </a:rPr>
              <a:t>Common Trend: </a:t>
            </a:r>
            <a:r>
              <a:rPr lang="en-US" sz="22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latin typeface="Times New Roman" pitchFamily="18"/>
                <a:ea typeface="Times New Roman" pitchFamily="18"/>
                <a:cs typeface="Times New Roman" pitchFamily="18"/>
              </a:rPr>
              <a:t>High diagnostic performance of CNNs across medical and remote-sensing image analysis.</a:t>
            </a:r>
          </a:p>
          <a:p>
            <a:pPr marL="0" marR="0" lvl="0" indent="0" algn="just" rtl="0" hangingPunct="1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  <a:buClr>
                <a:srgbClr val="000000"/>
              </a:buClr>
              <a:buSzPct val="100000"/>
              <a:buFont typeface="Arial" pitchFamily="2"/>
              <a:buChar char="•"/>
              <a:tabLst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200" b="1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latin typeface="Times New Roman" pitchFamily="18"/>
                <a:ea typeface="Times New Roman" pitchFamily="18"/>
                <a:cs typeface="Times New Roman" pitchFamily="18"/>
              </a:rPr>
              <a:t>Identified Gaps: </a:t>
            </a:r>
            <a:r>
              <a:rPr lang="en-US" sz="22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latin typeface="Times New Roman" pitchFamily="18"/>
                <a:ea typeface="Times New Roman" pitchFamily="18"/>
                <a:cs typeface="Times New Roman" pitchFamily="18"/>
              </a:rPr>
              <a:t>Limited structural adaptability for elongated pathological features and a complete lack of built-in prediction confidence estimation.</a:t>
            </a:r>
          </a:p>
          <a:p>
            <a:pPr marL="0" marR="0" lvl="0" indent="0" algn="just" rtl="0" hangingPunct="1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  <a:buClr>
                <a:srgbClr val="000000"/>
              </a:buClr>
              <a:buSzPct val="100000"/>
              <a:buFont typeface="Arial" pitchFamily="2"/>
              <a:buChar char="•"/>
              <a:tabLst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200" b="1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latin typeface="Times New Roman" pitchFamily="18"/>
                <a:ea typeface="Times New Roman" pitchFamily="18"/>
                <a:cs typeface="Times New Roman" pitchFamily="18"/>
              </a:rPr>
              <a:t>Core Opportunity: </a:t>
            </a:r>
            <a:r>
              <a:rPr lang="en-US" sz="22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latin typeface="Times New Roman" pitchFamily="18"/>
                <a:ea typeface="Times New Roman" pitchFamily="18"/>
                <a:cs typeface="Times New Roman" pitchFamily="18"/>
              </a:rPr>
              <a:t>Integrating spatial strip convolutions with robust uncertainty quantification can resolve both interpretability and reliability gaps.</a:t>
            </a:r>
          </a:p>
          <a:p>
            <a:pPr marL="343080" marR="0" lvl="0" indent="-343080" algn="just" rtl="0" hangingPunct="1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  <a:buNone/>
              <a:tabLst>
                <a:tab pos="343080" algn="l"/>
                <a:tab pos="1257480" algn="l"/>
                <a:tab pos="2171880" algn="l"/>
                <a:tab pos="3086279" algn="l"/>
                <a:tab pos="4000680" algn="l"/>
                <a:tab pos="4915080" algn="l"/>
                <a:tab pos="5829479" algn="l"/>
                <a:tab pos="6743879" algn="l"/>
                <a:tab pos="7658280" algn="l"/>
                <a:tab pos="8572680" algn="l"/>
                <a:tab pos="9487080" algn="l"/>
                <a:tab pos="10401480" algn="l"/>
                <a:tab pos="10676160" algn="l"/>
                <a:tab pos="11125440" algn="l"/>
              </a:tabLst>
            </a:pPr>
            <a:endParaRPr lang="en-US" sz="2800" b="0" i="0" u="none" strike="noStrike" kern="1200" cap="none" spc="0" baseline="0">
              <a:ln>
                <a:noFill/>
              </a:ln>
              <a:solidFill>
                <a:srgbClr val="000000"/>
              </a:solidFill>
              <a:latin typeface="Times New Roman" pitchFamily="18"/>
              <a:ea typeface="Times New Roman" pitchFamily="18"/>
              <a:cs typeface="Times New Roman" pitchFamily="18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17997C1D-6B88-B712-E0D0-2D9A6587F08F}"/>
              </a:ext>
            </a:extLst>
          </p:cNvPr>
          <p:cNvSpPr/>
          <p:nvPr/>
        </p:nvSpPr>
        <p:spPr>
          <a:xfrm>
            <a:off x="785880" y="6492960"/>
            <a:ext cx="7929360" cy="365040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square" lIns="90000" tIns="46800" rIns="90000" bIns="4680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IN" sz="1200" b="0" i="0" u="none" strike="noStrike" kern="1200" cap="none" spc="0" baseline="0">
                <a:ln>
                  <a:noFill/>
                </a:ln>
                <a:solidFill>
                  <a:srgbClr val="898989"/>
                </a:solidFill>
                <a:latin typeface="Calibri" pitchFamily="34"/>
                <a:ea typeface="Arial" pitchFamily="2"/>
                <a:cs typeface="Arial" pitchFamily="2"/>
              </a:rPr>
              <a:t>Department of Computer Engineering, International Institute of Information Technology, Hinjawadi, Pune-411057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D57D3389-C729-933A-1C22-E9EB7500A9FC}"/>
              </a:ext>
            </a:extLst>
          </p:cNvPr>
          <p:cNvSpPr/>
          <p:nvPr/>
        </p:nvSpPr>
        <p:spPr>
          <a:xfrm>
            <a:off x="7010280" y="6492960"/>
            <a:ext cx="2133720" cy="365040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square" lIns="90000" tIns="46800" rIns="90000" bIns="46800" anchor="ctr" anchorCtr="0" compatLnSpc="0">
            <a:no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fld id="{E4EF24F2-7166-440E-8E4E-D4A298C49F8A}" type="slidenum">
              <a:t>5</a:t>
            </a:fld>
            <a:endParaRPr lang="en-IN" sz="1200" b="0" i="0" u="none" strike="noStrike" kern="1200" cap="none" spc="0" baseline="0">
              <a:ln>
                <a:noFill/>
              </a:ln>
              <a:solidFill>
                <a:srgbClr val="898989"/>
              </a:solidFill>
              <a:latin typeface="Calibri" pitchFamily="34"/>
              <a:ea typeface="Arial" pitchFamily="2"/>
              <a:cs typeface="Arial" pitchFamily="2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C5C6A254-FC09-7654-FC16-B1610174735C}"/>
              </a:ext>
            </a:extLst>
          </p:cNvPr>
          <p:cNvSpPr/>
          <p:nvPr/>
        </p:nvSpPr>
        <p:spPr>
          <a:xfrm>
            <a:off x="0" y="6492960"/>
            <a:ext cx="2133720" cy="365040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square" lIns="90000" tIns="46800" rIns="90000" bIns="4680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200" b="0" i="0" u="none" strike="noStrike" kern="1200" cap="none" spc="0" baseline="0">
                <a:ln>
                  <a:noFill/>
                </a:ln>
                <a:solidFill>
                  <a:srgbClr val="898989"/>
                </a:solidFill>
                <a:latin typeface="Calibri" pitchFamily="34"/>
                <a:ea typeface="Arial" pitchFamily="2"/>
                <a:cs typeface="Arial" pitchFamily="2"/>
              </a:rPr>
              <a:t>Aug 22, 2026</a:t>
            </a:r>
          </a:p>
        </p:txBody>
      </p:sp>
      <p:pic>
        <p:nvPicPr>
          <p:cNvPr id="7" name="">
            <a:extLst>
              <a:ext uri="{FF2B5EF4-FFF2-40B4-BE49-F238E27FC236}">
                <a16:creationId xmlns:a16="http://schemas.microsoft.com/office/drawing/2014/main" id="{8A7F9007-BBC9-4EF4-678F-815210830B38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62440" y="180000"/>
            <a:ext cx="637560" cy="637560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F99EF069-C64B-7F2B-3F1B-4D9D14B5D6C6}"/>
              </a:ext>
            </a:extLst>
          </p:cNvPr>
          <p:cNvSpPr/>
          <p:nvPr/>
        </p:nvSpPr>
        <p:spPr>
          <a:xfrm>
            <a:off x="540000" y="117000"/>
            <a:ext cx="8229600" cy="1143000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IN" sz="3600" b="1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latin typeface="Times New Roman" pitchFamily="18"/>
                <a:ea typeface="Times New Roman" pitchFamily="18"/>
                <a:cs typeface="Times New Roman" pitchFamily="18"/>
              </a:rPr>
              <a:t>Objectives of Existing System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2E723A7C-CE04-E13D-F0E4-F9643321A402}"/>
              </a:ext>
            </a:extLst>
          </p:cNvPr>
          <p:cNvSpPr/>
          <p:nvPr/>
        </p:nvSpPr>
        <p:spPr>
          <a:xfrm>
            <a:off x="457200" y="1440000"/>
            <a:ext cx="8229600" cy="4525920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0">
            <a:noAutofit/>
          </a:bodyPr>
          <a:lstStyle/>
          <a:p>
            <a:pPr marL="0" marR="0" lvl="0" indent="0" algn="just" rtl="0" hangingPunct="1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  <a:buClr>
                <a:srgbClr val="000000"/>
              </a:buClr>
              <a:buSzPct val="100000"/>
              <a:buFont typeface="Arial" pitchFamily="2"/>
              <a:buChar char="•"/>
              <a:tabLst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IN" sz="22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latin typeface="Times New Roman" pitchFamily="18"/>
                <a:ea typeface="Times New Roman" pitchFamily="18"/>
                <a:cs typeface="Times New Roman" pitchFamily="18"/>
              </a:rPr>
              <a:t>Utilize standard square convolution kernels for uniform spatial feature aggregation across image grids.</a:t>
            </a:r>
          </a:p>
          <a:p>
            <a:pPr marL="0" marR="0" lvl="0" indent="0" algn="just" rtl="0" hangingPunct="1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  <a:buClr>
                <a:srgbClr val="000000"/>
              </a:buClr>
              <a:buSzPct val="100000"/>
              <a:buFont typeface="Arial" pitchFamily="2"/>
              <a:buChar char="•"/>
              <a:tabLst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IN" sz="22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latin typeface="Times New Roman" pitchFamily="18"/>
                <a:ea typeface="Times New Roman" pitchFamily="18"/>
                <a:cs typeface="Times New Roman" pitchFamily="18"/>
              </a:rPr>
              <a:t>Apply deterministic classification or segmentation layers to yield single-value categorical outputs.</a:t>
            </a:r>
          </a:p>
          <a:p>
            <a:pPr marL="0" marR="0" lvl="0" indent="0" algn="just" rtl="0" hangingPunct="1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  <a:buClr>
                <a:srgbClr val="000000"/>
              </a:buClr>
              <a:buSzPct val="100000"/>
              <a:buFont typeface="Arial" pitchFamily="2"/>
              <a:buChar char="•"/>
              <a:tabLst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IN" sz="22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latin typeface="Times New Roman" pitchFamily="18"/>
                <a:ea typeface="Times New Roman" pitchFamily="18"/>
                <a:cs typeface="Times New Roman" pitchFamily="18"/>
              </a:rPr>
              <a:t>Leverage transfer learning techniques to overcome data scarcity and class imbalance in medical repositories.</a:t>
            </a:r>
          </a:p>
          <a:p>
            <a:pPr marL="0" marR="0" lvl="0" indent="0" algn="just" rtl="0" hangingPunct="1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  <a:buClr>
                <a:srgbClr val="000000"/>
              </a:buClr>
              <a:buSzPct val="100000"/>
              <a:buFont typeface="Arial" pitchFamily="2"/>
              <a:buChar char="•"/>
              <a:tabLst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IN" sz="22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latin typeface="Times New Roman" pitchFamily="18"/>
                <a:ea typeface="Times New Roman" pitchFamily="18"/>
                <a:cs typeface="Times New Roman" pitchFamily="18"/>
              </a:rPr>
              <a:t>Maximize raw classification metrics (like pixel accuracy and standard loss minimization) without evaluating confidence calibration.</a:t>
            </a:r>
          </a:p>
          <a:p>
            <a:pPr marL="343080" marR="0" lvl="0" indent="-343080" algn="just" rtl="0" hangingPunct="1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  <a:buNone/>
              <a:tabLst>
                <a:tab pos="343080" algn="l"/>
                <a:tab pos="1257480" algn="l"/>
                <a:tab pos="2171880" algn="l"/>
                <a:tab pos="3086279" algn="l"/>
                <a:tab pos="4000680" algn="l"/>
                <a:tab pos="4915080" algn="l"/>
                <a:tab pos="5829479" algn="l"/>
                <a:tab pos="6743879" algn="l"/>
                <a:tab pos="7658280" algn="l"/>
                <a:tab pos="8572680" algn="l"/>
                <a:tab pos="9487080" algn="l"/>
                <a:tab pos="10401480" algn="l"/>
                <a:tab pos="10676160" algn="l"/>
                <a:tab pos="11125440" algn="l"/>
              </a:tabLst>
            </a:pPr>
            <a:endParaRPr lang="en-IN" sz="1000" b="0" i="0" u="none" strike="noStrike" kern="1200" cap="none" spc="0" baseline="0">
              <a:ln>
                <a:noFill/>
              </a:ln>
              <a:solidFill>
                <a:srgbClr val="000000"/>
              </a:solidFill>
              <a:latin typeface="Times New Roman" pitchFamily="18"/>
              <a:ea typeface="Times New Roman" pitchFamily="18"/>
              <a:cs typeface="Times New Roman" pitchFamily="18"/>
            </a:endParaRPr>
          </a:p>
          <a:p>
            <a:pPr marL="343080" marR="0" lvl="0" indent="-343080" algn="just" rtl="0" hangingPunct="0">
              <a:lnSpc>
                <a:spcPct val="100000"/>
              </a:lnSpc>
              <a:spcBef>
                <a:spcPts val="816"/>
              </a:spcBef>
              <a:spcAft>
                <a:spcPts val="11"/>
              </a:spcAft>
              <a:buNone/>
              <a:tabLst>
                <a:tab pos="343080" algn="l"/>
                <a:tab pos="1257480" algn="l"/>
                <a:tab pos="2171880" algn="l"/>
                <a:tab pos="3086279" algn="l"/>
                <a:tab pos="4000680" algn="l"/>
                <a:tab pos="4915080" algn="l"/>
                <a:tab pos="5829479" algn="l"/>
                <a:tab pos="6743879" algn="l"/>
                <a:tab pos="7658280" algn="l"/>
                <a:tab pos="8572680" algn="l"/>
                <a:tab pos="9487080" algn="l"/>
                <a:tab pos="10401480" algn="l"/>
                <a:tab pos="10676160" algn="l"/>
                <a:tab pos="11125440" algn="l"/>
              </a:tabLst>
            </a:pPr>
            <a:endParaRPr lang="en-IN" sz="1000" b="0" i="0" u="none" strike="noStrike" kern="1200" cap="none" spc="0" baseline="0">
              <a:ln>
                <a:noFill/>
              </a:ln>
              <a:solidFill>
                <a:srgbClr val="000000"/>
              </a:solidFill>
              <a:latin typeface="Times New Roman" pitchFamily="18"/>
              <a:ea typeface="Times New Roman" pitchFamily="18"/>
              <a:cs typeface="Times New Roman" pitchFamily="18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BC32A390-0D62-B950-04FC-DD06A842581E}"/>
              </a:ext>
            </a:extLst>
          </p:cNvPr>
          <p:cNvSpPr/>
          <p:nvPr/>
        </p:nvSpPr>
        <p:spPr>
          <a:xfrm>
            <a:off x="785880" y="6492960"/>
            <a:ext cx="7929360" cy="365040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square" lIns="90000" tIns="46800" rIns="90000" bIns="4680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IN" sz="1200" b="0" i="0" u="none" strike="noStrike" kern="1200" cap="none" spc="0" baseline="0">
                <a:ln>
                  <a:noFill/>
                </a:ln>
                <a:solidFill>
                  <a:srgbClr val="898989"/>
                </a:solidFill>
                <a:latin typeface="Calibri" pitchFamily="34"/>
                <a:ea typeface="Arial" pitchFamily="2"/>
                <a:cs typeface="Arial" pitchFamily="2"/>
              </a:rPr>
              <a:t>Department of Computer Engineering, International Institute of Information Technology, Hinjawadi, Pune-411057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14BAF2B1-73EA-ACB5-4A5B-5B88CE17182B}"/>
              </a:ext>
            </a:extLst>
          </p:cNvPr>
          <p:cNvSpPr/>
          <p:nvPr/>
        </p:nvSpPr>
        <p:spPr>
          <a:xfrm>
            <a:off x="7010280" y="6492960"/>
            <a:ext cx="2133720" cy="365040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square" lIns="90000" tIns="46800" rIns="90000" bIns="46800" anchor="ctr" anchorCtr="0" compatLnSpc="0">
            <a:no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fld id="{D8B041CD-1604-43CC-80A6-CF7945875C92}" type="slidenum">
              <a:t>6</a:t>
            </a:fld>
            <a:endParaRPr lang="en-IN" sz="1200" b="0" i="0" u="none" strike="noStrike" kern="1200" cap="none" spc="0" baseline="0">
              <a:ln>
                <a:noFill/>
              </a:ln>
              <a:solidFill>
                <a:srgbClr val="898989"/>
              </a:solidFill>
              <a:latin typeface="Calibri" pitchFamily="34"/>
              <a:ea typeface="Arial" pitchFamily="2"/>
              <a:cs typeface="Arial" pitchFamily="2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9467A4EC-8016-3867-A0CB-59B7EFC2D057}"/>
              </a:ext>
            </a:extLst>
          </p:cNvPr>
          <p:cNvSpPr/>
          <p:nvPr/>
        </p:nvSpPr>
        <p:spPr>
          <a:xfrm>
            <a:off x="0" y="6492960"/>
            <a:ext cx="2133720" cy="365040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square" lIns="90000" tIns="46800" rIns="90000" bIns="4680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200" b="0" i="0" u="none" strike="noStrike" kern="1200" cap="none" spc="0" baseline="0">
                <a:ln>
                  <a:noFill/>
                </a:ln>
                <a:solidFill>
                  <a:srgbClr val="898989"/>
                </a:solidFill>
                <a:latin typeface="Calibri" pitchFamily="34"/>
                <a:ea typeface="Arial" pitchFamily="2"/>
                <a:cs typeface="Arial" pitchFamily="2"/>
              </a:rPr>
              <a:t>Aug 22, 2026</a:t>
            </a:r>
          </a:p>
        </p:txBody>
      </p:sp>
      <p:pic>
        <p:nvPicPr>
          <p:cNvPr id="7" name="">
            <a:extLst>
              <a:ext uri="{FF2B5EF4-FFF2-40B4-BE49-F238E27FC236}">
                <a16:creationId xmlns:a16="http://schemas.microsoft.com/office/drawing/2014/main" id="{4ED63982-9CC2-16AF-FBCF-7A3C88DF7413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720000" y="180000"/>
            <a:ext cx="900000" cy="900000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C789B693-C712-09CB-146A-8BA83E294479}"/>
              </a:ext>
            </a:extLst>
          </p:cNvPr>
          <p:cNvSpPr/>
          <p:nvPr/>
        </p:nvSpPr>
        <p:spPr>
          <a:xfrm>
            <a:off x="635760" y="-362160"/>
            <a:ext cx="8229600" cy="1143000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IN" sz="3600" b="1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latin typeface="Times New Roman" pitchFamily="18"/>
                <a:ea typeface="Times New Roman" pitchFamily="18"/>
                <a:cs typeface="Times New Roman" pitchFamily="18"/>
              </a:rPr>
              <a:t>Architecture of Existing Systems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5FE96B30-4017-ACC4-E325-A70DFE6135F0}"/>
              </a:ext>
            </a:extLst>
          </p:cNvPr>
          <p:cNvSpPr/>
          <p:nvPr/>
        </p:nvSpPr>
        <p:spPr>
          <a:xfrm>
            <a:off x="457200" y="1600200"/>
            <a:ext cx="8229600" cy="4525920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709"/>
              </a:spcBef>
              <a:spcAft>
                <a:spcPts val="11"/>
              </a:spcAft>
              <a:buClr>
                <a:srgbClr val="000000"/>
              </a:buClr>
              <a:buSzPct val="100000"/>
              <a:buFont typeface="Arial" pitchFamily="2"/>
              <a:buChar char="•"/>
              <a:tabLst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8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latin typeface="Times New Roman" pitchFamily="18"/>
                <a:ea typeface="Times New Roman" pitchFamily="18"/>
                <a:cs typeface="Times New Roman" pitchFamily="18"/>
              </a:rPr>
              <a:t>Diagram of how current systems work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709"/>
              </a:spcBef>
              <a:spcAft>
                <a:spcPts val="11"/>
              </a:spcAft>
              <a:buClr>
                <a:srgbClr val="000000"/>
              </a:buClr>
              <a:buSzPct val="100000"/>
              <a:buFont typeface="Arial" pitchFamily="2"/>
              <a:buChar char="•"/>
              <a:tabLst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8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latin typeface="Times New Roman" pitchFamily="18"/>
                <a:ea typeface="Times New Roman" pitchFamily="18"/>
                <a:cs typeface="Times New Roman" pitchFamily="18"/>
              </a:rPr>
              <a:t>Explanation of system components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709"/>
              </a:spcBef>
              <a:spcAft>
                <a:spcPts val="11"/>
              </a:spcAft>
              <a:buClr>
                <a:srgbClr val="000000"/>
              </a:buClr>
              <a:buSzPct val="100000"/>
              <a:buFont typeface="Arial" pitchFamily="2"/>
              <a:buChar char="•"/>
              <a:tabLst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8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latin typeface="Times New Roman" pitchFamily="18"/>
                <a:ea typeface="Times New Roman" pitchFamily="18"/>
                <a:cs typeface="Times New Roman" pitchFamily="18"/>
              </a:rPr>
              <a:t>Technologies used in existing systems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F6519AC9-9369-7786-4465-390668F36404}"/>
              </a:ext>
            </a:extLst>
          </p:cNvPr>
          <p:cNvSpPr/>
          <p:nvPr/>
        </p:nvSpPr>
        <p:spPr>
          <a:xfrm>
            <a:off x="785880" y="6492960"/>
            <a:ext cx="7929360" cy="365040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square" lIns="90000" tIns="46800" rIns="90000" bIns="4680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IN" sz="1200" b="0" i="0" u="none" strike="noStrike" kern="1200" cap="none" spc="0" baseline="0">
                <a:ln>
                  <a:noFill/>
                </a:ln>
                <a:solidFill>
                  <a:srgbClr val="898989"/>
                </a:solidFill>
                <a:latin typeface="Calibri" pitchFamily="34"/>
                <a:ea typeface="Arial" pitchFamily="2"/>
                <a:cs typeface="Arial" pitchFamily="2"/>
              </a:rPr>
              <a:t>Department of Computer Engineering, International Institute of Information Technology, Hinjawadi, Pune-411057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EAAE2016-4316-C7B7-82A2-D85F310B9455}"/>
              </a:ext>
            </a:extLst>
          </p:cNvPr>
          <p:cNvSpPr/>
          <p:nvPr/>
        </p:nvSpPr>
        <p:spPr>
          <a:xfrm>
            <a:off x="7010280" y="6492960"/>
            <a:ext cx="2133720" cy="365040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square" lIns="90000" tIns="46800" rIns="90000" bIns="46800" anchor="ctr" anchorCtr="0" compatLnSpc="0">
            <a:no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fld id="{A4E14D8A-8423-46DC-8ED5-4C50D29C6970}" type="slidenum">
              <a:t>7</a:t>
            </a:fld>
            <a:endParaRPr lang="en-IN" sz="1200" b="0" i="0" u="none" strike="noStrike" kern="1200" cap="none" spc="0" baseline="0">
              <a:ln>
                <a:noFill/>
              </a:ln>
              <a:solidFill>
                <a:srgbClr val="898989"/>
              </a:solidFill>
              <a:latin typeface="Calibri" pitchFamily="34"/>
              <a:ea typeface="Arial" pitchFamily="2"/>
              <a:cs typeface="Arial" pitchFamily="2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4D0AACF7-C3EF-27BB-9074-581F7821E417}"/>
              </a:ext>
            </a:extLst>
          </p:cNvPr>
          <p:cNvSpPr/>
          <p:nvPr/>
        </p:nvSpPr>
        <p:spPr>
          <a:xfrm>
            <a:off x="0" y="6492960"/>
            <a:ext cx="2133720" cy="365040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square" lIns="90000" tIns="46800" rIns="90000" bIns="4680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200" b="0" i="0" u="none" strike="noStrike" kern="1200" cap="none" spc="0" baseline="0">
                <a:ln>
                  <a:noFill/>
                </a:ln>
                <a:solidFill>
                  <a:srgbClr val="898989"/>
                </a:solidFill>
                <a:latin typeface="Calibri" pitchFamily="34"/>
                <a:ea typeface="Arial" pitchFamily="2"/>
                <a:cs typeface="Arial" pitchFamily="2"/>
              </a:rPr>
              <a:t>Aug 22, 2026</a:t>
            </a:r>
          </a:p>
        </p:txBody>
      </p:sp>
      <p:pic>
        <p:nvPicPr>
          <p:cNvPr id="7" name="Picture 8">
            <a:extLst>
              <a:ext uri="{FF2B5EF4-FFF2-40B4-BE49-F238E27FC236}">
                <a16:creationId xmlns:a16="http://schemas.microsoft.com/office/drawing/2014/main" id="{506286CE-8189-D7BD-D362-E54F11B3EF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9400"/>
            <a:ext cx="9144000" cy="5893560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0E700932-5AC9-6D2A-CDA7-18C851F8239F}"/>
              </a:ext>
            </a:extLst>
          </p:cNvPr>
          <p:cNvSpPr/>
          <p:nvPr/>
        </p:nvSpPr>
        <p:spPr>
          <a:xfrm>
            <a:off x="2133720" y="-178560"/>
            <a:ext cx="4428000" cy="1143000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IN" sz="3600" b="1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latin typeface="Times New Roman" pitchFamily="18"/>
                <a:ea typeface="Times New Roman" pitchFamily="18"/>
                <a:cs typeface="Times New Roman" pitchFamily="18"/>
              </a:rPr>
              <a:t>Proposed System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3FA962CB-8A83-933A-607D-F5A57803283C}"/>
              </a:ext>
            </a:extLst>
          </p:cNvPr>
          <p:cNvSpPr/>
          <p:nvPr/>
        </p:nvSpPr>
        <p:spPr>
          <a:xfrm>
            <a:off x="457200" y="1620000"/>
            <a:ext cx="8229600" cy="4525920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0">
            <a:noAutofit/>
          </a:bodyPr>
          <a:lstStyle/>
          <a:p>
            <a:pPr marL="0" marR="0" lvl="0" indent="0" algn="just" rtl="0" hangingPunct="1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  <a:buClr>
                <a:srgbClr val="000000"/>
              </a:buClr>
              <a:buSzPct val="100000"/>
              <a:buFont typeface="Arial" pitchFamily="2"/>
              <a:buChar char="•"/>
              <a:tabLst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1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latin typeface="Times New Roman" pitchFamily="18"/>
                <a:ea typeface="Times New Roman" pitchFamily="18"/>
                <a:cs typeface="Times New Roman" pitchFamily="18"/>
              </a:rPr>
              <a:t>Spatial Inefficiency: Conventional square kernels fail to capture elongated structures (e.g., vessels, hairline fractures, linear lesions) accurately.</a:t>
            </a:r>
          </a:p>
          <a:p>
            <a:pPr marL="0" marR="0" lvl="0" indent="0" algn="just" rtl="0" hangingPunct="1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  <a:buClr>
                <a:srgbClr val="000000"/>
              </a:buClr>
              <a:buSzPct val="100000"/>
              <a:buFont typeface="Arial" pitchFamily="2"/>
              <a:buChar char="•"/>
              <a:tabLst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1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latin typeface="Times New Roman" pitchFamily="18"/>
                <a:ea typeface="Times New Roman" pitchFamily="18"/>
                <a:cs typeface="Times New Roman" pitchFamily="18"/>
              </a:rPr>
              <a:t>Overconfidence Risk: Standard CNNs produce uncalibrated predictions, leading to potentially dangerous, overconfident misdiagnoses in clinical environments.</a:t>
            </a:r>
          </a:p>
          <a:p>
            <a:pPr marL="0" marR="0" lvl="0" indent="0" algn="just" rtl="0" hangingPunct="1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  <a:buClr>
                <a:srgbClr val="000000"/>
              </a:buClr>
              <a:buSzPct val="100000"/>
              <a:buFont typeface="Arial" pitchFamily="2"/>
              <a:buChar char="•"/>
              <a:tabLst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1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latin typeface="Times New Roman" pitchFamily="18"/>
                <a:ea typeface="Times New Roman" pitchFamily="18"/>
                <a:cs typeface="Times New Roman" pitchFamily="18"/>
              </a:rPr>
              <a:t>Actionable Need: A specialized medical imaging framework is required that simultaneously improves geometrical awareness via strip convolutions and supplies calibrated confidence metrics.</a:t>
            </a:r>
          </a:p>
          <a:p>
            <a:pPr marL="343080" marR="0" lvl="0" indent="-343080" algn="just" rtl="0" hangingPunct="1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  <a:buNone/>
              <a:tabLst>
                <a:tab pos="343080" algn="l"/>
                <a:tab pos="1257480" algn="l"/>
                <a:tab pos="2171880" algn="l"/>
                <a:tab pos="3086279" algn="l"/>
                <a:tab pos="4000680" algn="l"/>
                <a:tab pos="4915080" algn="l"/>
                <a:tab pos="5829479" algn="l"/>
                <a:tab pos="6743879" algn="l"/>
                <a:tab pos="7658280" algn="l"/>
                <a:tab pos="8572680" algn="l"/>
                <a:tab pos="9487080" algn="l"/>
                <a:tab pos="10401480" algn="l"/>
                <a:tab pos="10676160" algn="l"/>
                <a:tab pos="11125440" algn="l"/>
              </a:tabLst>
            </a:pPr>
            <a:endParaRPr lang="en-US" sz="1000" b="0" i="0" u="none" strike="noStrike" kern="1200" cap="none" spc="0" baseline="0">
              <a:ln>
                <a:noFill/>
              </a:ln>
              <a:solidFill>
                <a:srgbClr val="000000"/>
              </a:solidFill>
              <a:latin typeface="Times New Roman" pitchFamily="18"/>
              <a:ea typeface="Times New Roman" pitchFamily="18"/>
              <a:cs typeface="Times New Roman" pitchFamily="18"/>
            </a:endParaRPr>
          </a:p>
          <a:p>
            <a:pPr marL="343080" marR="0" lvl="0" indent="-343080" algn="just" rtl="0" hangingPunct="1">
              <a:lnSpc>
                <a:spcPct val="100000"/>
              </a:lnSpc>
              <a:spcBef>
                <a:spcPts val="816"/>
              </a:spcBef>
              <a:spcAft>
                <a:spcPts val="11"/>
              </a:spcAft>
              <a:buNone/>
              <a:tabLst>
                <a:tab pos="343080" algn="l"/>
                <a:tab pos="1257480" algn="l"/>
                <a:tab pos="2171880" algn="l"/>
                <a:tab pos="3086279" algn="l"/>
                <a:tab pos="4000680" algn="l"/>
                <a:tab pos="4915080" algn="l"/>
                <a:tab pos="5829479" algn="l"/>
                <a:tab pos="6743879" algn="l"/>
                <a:tab pos="7658280" algn="l"/>
                <a:tab pos="8572680" algn="l"/>
                <a:tab pos="9487080" algn="l"/>
                <a:tab pos="10401480" algn="l"/>
                <a:tab pos="10676160" algn="l"/>
                <a:tab pos="11125440" algn="l"/>
              </a:tabLst>
            </a:pPr>
            <a:endParaRPr lang="en-IN" sz="3200" b="0" i="0" u="none" strike="noStrike" kern="1200" cap="none" spc="0" baseline="0">
              <a:ln>
                <a:noFill/>
              </a:ln>
              <a:solidFill>
                <a:srgbClr val="000000"/>
              </a:solidFill>
              <a:latin typeface="Times New Roman" pitchFamily="18"/>
              <a:ea typeface="Times New Roman" pitchFamily="18"/>
              <a:cs typeface="Times New Roman" pitchFamily="18"/>
            </a:endParaRPr>
          </a:p>
          <a:p>
            <a:pPr marL="343080" marR="0" lvl="0" indent="-343080" algn="just" rtl="0" hangingPunct="0">
              <a:lnSpc>
                <a:spcPct val="100000"/>
              </a:lnSpc>
              <a:spcBef>
                <a:spcPts val="816"/>
              </a:spcBef>
              <a:spcAft>
                <a:spcPts val="11"/>
              </a:spcAft>
              <a:buNone/>
              <a:tabLst>
                <a:tab pos="343080" algn="l"/>
                <a:tab pos="1257480" algn="l"/>
                <a:tab pos="2171880" algn="l"/>
                <a:tab pos="3086279" algn="l"/>
                <a:tab pos="4000680" algn="l"/>
                <a:tab pos="4915080" algn="l"/>
                <a:tab pos="5829479" algn="l"/>
                <a:tab pos="6743879" algn="l"/>
                <a:tab pos="7658280" algn="l"/>
                <a:tab pos="8572680" algn="l"/>
                <a:tab pos="9487080" algn="l"/>
                <a:tab pos="10401480" algn="l"/>
                <a:tab pos="10676160" algn="l"/>
                <a:tab pos="11125440" algn="l"/>
              </a:tabLst>
            </a:pPr>
            <a:endParaRPr lang="en-IN" sz="3200" b="0" i="0" u="none" strike="noStrike" kern="1200" cap="none" spc="0" baseline="0">
              <a:ln>
                <a:noFill/>
              </a:ln>
              <a:solidFill>
                <a:srgbClr val="000000"/>
              </a:solidFill>
              <a:latin typeface="Times New Roman" pitchFamily="18"/>
              <a:ea typeface="Times New Roman" pitchFamily="18"/>
              <a:cs typeface="Times New Roman" pitchFamily="18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68BE42F5-C231-37CE-D5A9-F34832D059FD}"/>
              </a:ext>
            </a:extLst>
          </p:cNvPr>
          <p:cNvSpPr/>
          <p:nvPr/>
        </p:nvSpPr>
        <p:spPr>
          <a:xfrm>
            <a:off x="540000" y="6492960"/>
            <a:ext cx="7929360" cy="365040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square" lIns="90000" tIns="46800" rIns="90000" bIns="4680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IN" sz="1200" b="0" i="0" u="none" strike="noStrike" kern="1200" cap="none" spc="0" baseline="0">
                <a:ln>
                  <a:noFill/>
                </a:ln>
                <a:solidFill>
                  <a:srgbClr val="898989"/>
                </a:solidFill>
                <a:latin typeface="Calibri" pitchFamily="34"/>
                <a:ea typeface="Arial" pitchFamily="2"/>
                <a:cs typeface="Arial" pitchFamily="2"/>
              </a:rPr>
              <a:t>Department of Computer Engineering, International Institute of Information Technology, Hinjawadi, Pune-411057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AAC42101-DCCE-545F-013F-C8AEB685205C}"/>
              </a:ext>
            </a:extLst>
          </p:cNvPr>
          <p:cNvSpPr/>
          <p:nvPr/>
        </p:nvSpPr>
        <p:spPr>
          <a:xfrm>
            <a:off x="7010280" y="6492960"/>
            <a:ext cx="2133720" cy="365040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square" lIns="90000" tIns="46800" rIns="90000" bIns="46800" anchor="ctr" anchorCtr="0" compatLnSpc="0">
            <a:no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fld id="{B26935BE-991E-475D-9452-3AA3973A691F}" type="slidenum">
              <a:t>8</a:t>
            </a:fld>
            <a:endParaRPr lang="en-IN" sz="1200" b="0" i="0" u="none" strike="noStrike" kern="1200" cap="none" spc="0" baseline="0">
              <a:ln>
                <a:noFill/>
              </a:ln>
              <a:solidFill>
                <a:srgbClr val="898989"/>
              </a:solidFill>
              <a:latin typeface="Calibri" pitchFamily="34"/>
              <a:ea typeface="Arial" pitchFamily="2"/>
              <a:cs typeface="Arial" pitchFamily="2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2963066B-CBCB-616F-6BA5-BBFEEF8C1B01}"/>
              </a:ext>
            </a:extLst>
          </p:cNvPr>
          <p:cNvSpPr/>
          <p:nvPr/>
        </p:nvSpPr>
        <p:spPr>
          <a:xfrm>
            <a:off x="0" y="6492960"/>
            <a:ext cx="2133720" cy="365040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square" lIns="90000" tIns="46800" rIns="90000" bIns="4680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200" b="0" i="0" u="none" strike="noStrike" kern="1200" cap="none" spc="0" baseline="0">
                <a:ln>
                  <a:noFill/>
                </a:ln>
                <a:solidFill>
                  <a:srgbClr val="898989"/>
                </a:solidFill>
                <a:latin typeface="Calibri" pitchFamily="34"/>
                <a:ea typeface="Arial" pitchFamily="2"/>
                <a:cs typeface="Arial" pitchFamily="2"/>
              </a:rPr>
              <a:t>Aug 22, 2026</a:t>
            </a:r>
          </a:p>
        </p:txBody>
      </p:sp>
      <p:pic>
        <p:nvPicPr>
          <p:cNvPr id="7" name="">
            <a:extLst>
              <a:ext uri="{FF2B5EF4-FFF2-40B4-BE49-F238E27FC236}">
                <a16:creationId xmlns:a16="http://schemas.microsoft.com/office/drawing/2014/main" id="{A418D088-A02A-308A-00D8-31C8F71D8B6D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742760" y="34200"/>
            <a:ext cx="781559" cy="731519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8" name="">
            <a:extLst>
              <a:ext uri="{FF2B5EF4-FFF2-40B4-BE49-F238E27FC236}">
                <a16:creationId xmlns:a16="http://schemas.microsoft.com/office/drawing/2014/main" id="{2266CEB5-779D-EC44-2D06-120B14AB8196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0" y="900000"/>
            <a:ext cx="9144000" cy="5580000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FEA5822E-A480-64DE-247C-AED295D7F0A6}"/>
              </a:ext>
            </a:extLst>
          </p:cNvPr>
          <p:cNvSpPr/>
          <p:nvPr/>
        </p:nvSpPr>
        <p:spPr>
          <a:xfrm>
            <a:off x="770400" y="-63000"/>
            <a:ext cx="8229600" cy="1143000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IN" sz="3600" b="1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latin typeface="Times New Roman" pitchFamily="18"/>
                <a:ea typeface="Times New Roman" pitchFamily="18"/>
                <a:cs typeface="Times New Roman" pitchFamily="18"/>
              </a:rPr>
              <a:t>Aim and Objectives (Proposed System)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CCBF423F-E32A-8BCB-ACF3-03FF0AB3239B}"/>
              </a:ext>
            </a:extLst>
          </p:cNvPr>
          <p:cNvSpPr/>
          <p:nvPr/>
        </p:nvSpPr>
        <p:spPr>
          <a:xfrm>
            <a:off x="410400" y="1080000"/>
            <a:ext cx="8229600" cy="4525920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0">
            <a:noAutofit/>
          </a:bodyPr>
          <a:lstStyle/>
          <a:p>
            <a:pPr marL="0" marR="0" lvl="0" indent="0" algn="just" rtl="0" hangingPunct="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  <a:buClr>
                <a:srgbClr val="000000"/>
              </a:buClr>
              <a:buSzPct val="100000"/>
              <a:buFont typeface="Arial" pitchFamily="2"/>
              <a:buChar char="•"/>
              <a:tabLst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200" b="1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latin typeface="Times New Roman" pitchFamily="18"/>
                <a:ea typeface="Times New Roman" pitchFamily="18"/>
                <a:cs typeface="Times New Roman" pitchFamily="18"/>
              </a:rPr>
              <a:t>Aim: </a:t>
            </a:r>
            <a:r>
              <a:rPr lang="en-US" sz="22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latin typeface="Times New Roman" pitchFamily="18"/>
                <a:ea typeface="Times New Roman" pitchFamily="18"/>
                <a:cs typeface="Times New Roman" pitchFamily="18"/>
              </a:rPr>
              <a:t>Design an interpretable, reliable CNN architecture for medical image classification and segmentation using probabilistic strip convolutions.</a:t>
            </a:r>
          </a:p>
          <a:p>
            <a:pPr marL="0" marR="0" lvl="0" indent="0" algn="just" rtl="0" hangingPunct="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  <a:buClr>
                <a:srgbClr val="000000"/>
              </a:buClr>
              <a:buSzPct val="100000"/>
              <a:buFont typeface="Arial" pitchFamily="2"/>
              <a:buChar char="•"/>
              <a:tabLst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200" b="1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latin typeface="Times New Roman" pitchFamily="18"/>
                <a:ea typeface="Times New Roman" pitchFamily="18"/>
                <a:cs typeface="Times New Roman" pitchFamily="18"/>
              </a:rPr>
              <a:t>Objective 1: </a:t>
            </a:r>
            <a:r>
              <a:rPr lang="en-US" sz="22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latin typeface="Times New Roman" pitchFamily="18"/>
                <a:ea typeface="Times New Roman" pitchFamily="18"/>
                <a:cs typeface="Times New Roman" pitchFamily="18"/>
              </a:rPr>
              <a:t>Study limitations of standard square kernels regarding elongated anatomical structures.</a:t>
            </a:r>
          </a:p>
          <a:p>
            <a:pPr marL="0" marR="0" lvl="0" indent="0" algn="just" rtl="0" hangingPunct="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  <a:buClr>
                <a:srgbClr val="000000"/>
              </a:buClr>
              <a:buSzPct val="100000"/>
              <a:buFont typeface="Arial" pitchFamily="2"/>
              <a:buChar char="•"/>
              <a:tabLst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200" b="1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latin typeface="Times New Roman" pitchFamily="18"/>
                <a:ea typeface="Times New Roman" pitchFamily="18"/>
                <a:cs typeface="Times New Roman" pitchFamily="18"/>
              </a:rPr>
              <a:t>Objective 2: </a:t>
            </a:r>
            <a:r>
              <a:rPr lang="en-US" sz="22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latin typeface="Times New Roman" pitchFamily="18"/>
                <a:ea typeface="Times New Roman" pitchFamily="18"/>
                <a:cs typeface="Times New Roman" pitchFamily="18"/>
              </a:rPr>
              <a:t>Review and map uncertainty quantification (UQ) techniques to deep medical diagnostic networks.</a:t>
            </a:r>
          </a:p>
          <a:p>
            <a:pPr marL="0" marR="0" lvl="0" indent="0" algn="just" rtl="0" hangingPunct="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  <a:buClr>
                <a:srgbClr val="000000"/>
              </a:buClr>
              <a:buSzPct val="100000"/>
              <a:buFont typeface="Arial" pitchFamily="2"/>
              <a:buChar char="•"/>
              <a:tabLst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200" b="1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latin typeface="Times New Roman" pitchFamily="18"/>
                <a:ea typeface="Times New Roman" pitchFamily="18"/>
                <a:cs typeface="Times New Roman" pitchFamily="18"/>
              </a:rPr>
              <a:t>Objective 3: </a:t>
            </a:r>
            <a:r>
              <a:rPr lang="en-US" sz="22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latin typeface="Times New Roman" pitchFamily="18"/>
                <a:ea typeface="Times New Roman" pitchFamily="18"/>
                <a:cs typeface="Times New Roman" pitchFamily="18"/>
              </a:rPr>
              <a:t>Design a unified CNN architecture integrating strip convolutions with an uncertainty estimation module.</a:t>
            </a:r>
          </a:p>
          <a:p>
            <a:pPr marL="0" marR="0" lvl="0" indent="0" algn="just" rtl="0" hangingPunct="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  <a:buClr>
                <a:srgbClr val="000000"/>
              </a:buClr>
              <a:buSzPct val="100000"/>
              <a:buFont typeface="Arial" pitchFamily="2"/>
              <a:buChar char="•"/>
              <a:tabLst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200" b="1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latin typeface="Times New Roman" pitchFamily="18"/>
                <a:ea typeface="Times New Roman" pitchFamily="18"/>
                <a:cs typeface="Times New Roman" pitchFamily="18"/>
              </a:rPr>
              <a:t>Objective 4: </a:t>
            </a:r>
            <a:r>
              <a:rPr lang="en-US" sz="22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latin typeface="Times New Roman" pitchFamily="18"/>
                <a:ea typeface="Times New Roman" pitchFamily="18"/>
                <a:cs typeface="Times New Roman" pitchFamily="18"/>
              </a:rPr>
              <a:t>Evaluate performance on public medical datasets using accuracy, Dice score, and Expected Calibration Error (ECE).</a:t>
            </a:r>
          </a:p>
          <a:p>
            <a:pPr marL="343080" marR="0" lvl="0" indent="-343080" algn="just" rtl="0" hangingPunct="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  <a:buNone/>
              <a:tabLst>
                <a:tab pos="343080" algn="l"/>
                <a:tab pos="1257480" algn="l"/>
                <a:tab pos="2171880" algn="l"/>
                <a:tab pos="3086279" algn="l"/>
                <a:tab pos="4000680" algn="l"/>
                <a:tab pos="4915080" algn="l"/>
                <a:tab pos="5829479" algn="l"/>
                <a:tab pos="6743879" algn="l"/>
                <a:tab pos="7658280" algn="l"/>
                <a:tab pos="8572680" algn="l"/>
                <a:tab pos="9487080" algn="l"/>
                <a:tab pos="10401480" algn="l"/>
                <a:tab pos="10676160" algn="l"/>
                <a:tab pos="11125440" algn="l"/>
              </a:tabLst>
            </a:pPr>
            <a:endParaRPr lang="en-US" sz="2800" b="0" i="0" u="none" strike="noStrike" kern="1200" cap="none" spc="0" baseline="0">
              <a:ln>
                <a:noFill/>
              </a:ln>
              <a:solidFill>
                <a:srgbClr val="000000"/>
              </a:solidFill>
              <a:latin typeface="Times New Roman" pitchFamily="18"/>
              <a:ea typeface="Times New Roman" pitchFamily="18"/>
              <a:cs typeface="Times New Roman" pitchFamily="18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73917B0F-0B89-8E05-2CD4-E3C485B576AD}"/>
              </a:ext>
            </a:extLst>
          </p:cNvPr>
          <p:cNvSpPr/>
          <p:nvPr/>
        </p:nvSpPr>
        <p:spPr>
          <a:xfrm>
            <a:off x="785880" y="6492960"/>
            <a:ext cx="7929360" cy="365040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square" lIns="90000" tIns="46800" rIns="90000" bIns="4680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IN" sz="1200" b="0" i="0" u="none" strike="noStrike" kern="1200" cap="none" spc="0" baseline="0">
                <a:ln>
                  <a:noFill/>
                </a:ln>
                <a:solidFill>
                  <a:srgbClr val="898989"/>
                </a:solidFill>
                <a:latin typeface="Calibri" pitchFamily="34"/>
                <a:ea typeface="Arial" pitchFamily="2"/>
                <a:cs typeface="Arial" pitchFamily="2"/>
              </a:rPr>
              <a:t>Department of Computer Engineering, International Institute of Information Technology, Hinjawadi, Pune-411057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45C77BBF-BA3A-411C-A797-E1D81E869F86}"/>
              </a:ext>
            </a:extLst>
          </p:cNvPr>
          <p:cNvSpPr/>
          <p:nvPr/>
        </p:nvSpPr>
        <p:spPr>
          <a:xfrm>
            <a:off x="7010280" y="6492960"/>
            <a:ext cx="2133720" cy="365040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square" lIns="90000" tIns="46800" rIns="90000" bIns="46800" anchor="ctr" anchorCtr="0" compatLnSpc="0">
            <a:no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fld id="{76DF0A68-2D80-438F-8AA6-24A1D8AEA084}" type="slidenum">
              <a:t>9</a:t>
            </a:fld>
            <a:endParaRPr lang="en-IN" sz="1200" b="0" i="0" u="none" strike="noStrike" kern="1200" cap="none" spc="0" baseline="0">
              <a:ln>
                <a:noFill/>
              </a:ln>
              <a:solidFill>
                <a:srgbClr val="898989"/>
              </a:solidFill>
              <a:latin typeface="Calibri" pitchFamily="34"/>
              <a:ea typeface="Arial" pitchFamily="2"/>
              <a:cs typeface="Arial" pitchFamily="2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596E8B9-FA25-E8C9-F908-21CA55561F5F}"/>
              </a:ext>
            </a:extLst>
          </p:cNvPr>
          <p:cNvSpPr/>
          <p:nvPr/>
        </p:nvSpPr>
        <p:spPr>
          <a:xfrm>
            <a:off x="0" y="6492960"/>
            <a:ext cx="2133720" cy="365040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square" lIns="90000" tIns="46800" rIns="90000" bIns="4680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200" b="0" i="0" u="none" strike="noStrike" kern="1200" cap="none" spc="0" baseline="0">
                <a:ln>
                  <a:noFill/>
                </a:ln>
                <a:solidFill>
                  <a:srgbClr val="898989"/>
                </a:solidFill>
                <a:latin typeface="Calibri" pitchFamily="34"/>
                <a:ea typeface="Arial" pitchFamily="2"/>
                <a:cs typeface="Arial" pitchFamily="2"/>
              </a:rPr>
              <a:t>Aug 22, 2026</a:t>
            </a:r>
          </a:p>
        </p:txBody>
      </p:sp>
      <p:pic>
        <p:nvPicPr>
          <p:cNvPr id="7" name="">
            <a:extLst>
              <a:ext uri="{FF2B5EF4-FFF2-40B4-BE49-F238E27FC236}">
                <a16:creationId xmlns:a16="http://schemas.microsoft.com/office/drawing/2014/main" id="{1DBC9B65-B8E9-CB1D-26AD-C405BF71B3D3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60000" y="105120"/>
            <a:ext cx="794880" cy="794880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FB6B33D5-6196-2D0D-5663-4BC398F47432}"/>
              </a:ext>
            </a:extLst>
          </p:cNvPr>
          <p:cNvSpPr/>
          <p:nvPr/>
        </p:nvSpPr>
        <p:spPr>
          <a:xfrm>
            <a:off x="900000" y="180000"/>
            <a:ext cx="5040000" cy="1143000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IN" sz="4400" b="1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latin typeface="Times New Roman" pitchFamily="18"/>
                <a:ea typeface="Times New Roman" pitchFamily="18"/>
                <a:cs typeface="Times New Roman" pitchFamily="18"/>
              </a:rPr>
              <a:t>Conclusion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AB3E66F9-A11A-FF73-65FD-99D6F81BC23F}"/>
              </a:ext>
            </a:extLst>
          </p:cNvPr>
          <p:cNvSpPr/>
          <p:nvPr/>
        </p:nvSpPr>
        <p:spPr>
          <a:xfrm>
            <a:off x="457200" y="1600200"/>
            <a:ext cx="8229600" cy="4525920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0">
            <a:noAutofit/>
          </a:bodyPr>
          <a:lstStyle/>
          <a:p>
            <a:pPr marL="0" marR="0" lvl="0" indent="0" algn="just" rtl="0" hangingPunct="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  <a:buClr>
                <a:srgbClr val="000000"/>
              </a:buClr>
              <a:buSzPct val="100000"/>
              <a:buFont typeface="Arial" pitchFamily="2"/>
              <a:buChar char="•"/>
              <a:tabLst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200" b="1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latin typeface="Times New Roman" pitchFamily="18"/>
                <a:ea typeface="Times New Roman" pitchFamily="18"/>
                <a:cs typeface="Times New Roman" pitchFamily="18"/>
              </a:rPr>
              <a:t>Summary: </a:t>
            </a:r>
            <a:r>
              <a:rPr lang="en-US" sz="22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latin typeface="Times New Roman" pitchFamily="18"/>
                <a:ea typeface="Times New Roman" pitchFamily="18"/>
                <a:cs typeface="Times New Roman" pitchFamily="18"/>
              </a:rPr>
              <a:t>Standard CNN limitations in medical imaging stem from rigid square kernels and uncalibrated deterministic </a:t>
            </a:r>
            <a:r>
              <a:rPr lang="en-US" sz="21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latin typeface="Times New Roman" pitchFamily="18"/>
                <a:ea typeface="Times New Roman" pitchFamily="18"/>
                <a:cs typeface="Times New Roman" pitchFamily="18"/>
              </a:rPr>
              <a:t>outputs.</a:t>
            </a:r>
          </a:p>
          <a:p>
            <a:pPr marL="0" marR="0" lvl="0" indent="0" algn="just" rtl="0" hangingPunct="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  <a:buClr>
                <a:srgbClr val="000000"/>
              </a:buClr>
              <a:buSzPct val="100000"/>
              <a:buFont typeface="Arial" pitchFamily="2"/>
              <a:buChar char="•"/>
              <a:tabLst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200" b="1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latin typeface="Times New Roman" pitchFamily="18"/>
                <a:ea typeface="Times New Roman" pitchFamily="18"/>
                <a:cs typeface="Times New Roman" pitchFamily="18"/>
              </a:rPr>
              <a:t>Significance: </a:t>
            </a:r>
            <a:r>
              <a:rPr lang="en-US" sz="22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latin typeface="Times New Roman" pitchFamily="18"/>
                <a:ea typeface="Times New Roman" pitchFamily="18"/>
                <a:cs typeface="Times New Roman" pitchFamily="18"/>
              </a:rPr>
              <a:t>Integrating anisotropic strip convolutions and uncertainty quantification bridges critical interpretability and reliability gaps.</a:t>
            </a:r>
          </a:p>
          <a:p>
            <a:pPr marL="0" marR="0" lvl="0" indent="0" algn="just" rtl="0" hangingPunct="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  <a:buClr>
                <a:srgbClr val="000000"/>
              </a:buClr>
              <a:buSzPct val="100000"/>
              <a:buFont typeface="Arial" pitchFamily="2"/>
              <a:buChar char="•"/>
              <a:tabLst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200" b="1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latin typeface="Times New Roman" pitchFamily="18"/>
                <a:ea typeface="Times New Roman" pitchFamily="18"/>
                <a:cs typeface="Times New Roman" pitchFamily="18"/>
              </a:rPr>
              <a:t>Future Work: </a:t>
            </a:r>
            <a:r>
              <a:rPr lang="en-US" sz="22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latin typeface="Times New Roman" pitchFamily="18"/>
                <a:ea typeface="Times New Roman" pitchFamily="18"/>
                <a:cs typeface="Times New Roman" pitchFamily="18"/>
              </a:rPr>
              <a:t>Implementation, rigorous benchmark testing against standard baselines, and evaluation on medical imaging datasets (e.g., ISIC, DRIVE).</a:t>
            </a:r>
          </a:p>
          <a:p>
            <a:pPr marL="343080" marR="0" lvl="0" indent="-343080" algn="just" rtl="0" hangingPunct="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  <a:buNone/>
              <a:tabLst>
                <a:tab pos="343080" algn="l"/>
                <a:tab pos="1257480" algn="l"/>
                <a:tab pos="2171880" algn="l"/>
                <a:tab pos="3086279" algn="l"/>
                <a:tab pos="4000680" algn="l"/>
                <a:tab pos="4915080" algn="l"/>
                <a:tab pos="5829479" algn="l"/>
                <a:tab pos="6743879" algn="l"/>
                <a:tab pos="7658280" algn="l"/>
                <a:tab pos="8572680" algn="l"/>
                <a:tab pos="9487080" algn="l"/>
                <a:tab pos="10401480" algn="l"/>
                <a:tab pos="10676160" algn="l"/>
                <a:tab pos="11125440" algn="l"/>
              </a:tabLst>
            </a:pPr>
            <a:endParaRPr lang="en-US" sz="2800" b="0" i="0" u="none" strike="noStrike" kern="1200" cap="none" spc="0" baseline="0">
              <a:ln>
                <a:noFill/>
              </a:ln>
              <a:solidFill>
                <a:srgbClr val="000000"/>
              </a:solidFill>
              <a:latin typeface="Times New Roman" pitchFamily="18"/>
              <a:ea typeface="Times New Roman" pitchFamily="18"/>
              <a:cs typeface="Times New Roman" pitchFamily="18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D8AF529B-DD38-3F92-C50C-4CE418F8ECAE}"/>
              </a:ext>
            </a:extLst>
          </p:cNvPr>
          <p:cNvSpPr/>
          <p:nvPr/>
        </p:nvSpPr>
        <p:spPr>
          <a:xfrm>
            <a:off x="785880" y="6492960"/>
            <a:ext cx="7929360" cy="365040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square" lIns="90000" tIns="46800" rIns="90000" bIns="4680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IN" sz="1200" b="0" i="0" u="none" strike="noStrike" kern="1200" cap="none" spc="0" baseline="0">
                <a:ln>
                  <a:noFill/>
                </a:ln>
                <a:solidFill>
                  <a:srgbClr val="898989"/>
                </a:solidFill>
                <a:latin typeface="Calibri" pitchFamily="34"/>
                <a:ea typeface="Arial" pitchFamily="2"/>
                <a:cs typeface="Arial" pitchFamily="2"/>
              </a:rPr>
              <a:t>Department of Computer Engineering, International Institute of Information Technology, Hinjawadi, Pune-411057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23568F15-BA56-7947-EC7C-7CB20635151F}"/>
              </a:ext>
            </a:extLst>
          </p:cNvPr>
          <p:cNvSpPr/>
          <p:nvPr/>
        </p:nvSpPr>
        <p:spPr>
          <a:xfrm>
            <a:off x="7010280" y="6492960"/>
            <a:ext cx="2133720" cy="365040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square" lIns="90000" tIns="46800" rIns="90000" bIns="46800" anchor="ctr" anchorCtr="0" compatLnSpc="0">
            <a:no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fld id="{DC3DE511-2C69-4E78-8DFC-A458BD85F52A}" type="slidenum">
              <a:t>10</a:t>
            </a:fld>
            <a:endParaRPr lang="en-IN" sz="1200" b="0" i="0" u="none" strike="noStrike" kern="1200" cap="none" spc="0" baseline="0">
              <a:ln>
                <a:noFill/>
              </a:ln>
              <a:solidFill>
                <a:srgbClr val="898989"/>
              </a:solidFill>
              <a:latin typeface="Calibri" pitchFamily="34"/>
              <a:ea typeface="Arial" pitchFamily="2"/>
              <a:cs typeface="Arial" pitchFamily="2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50EBC5BD-AF97-AD17-F682-7A49A304436E}"/>
              </a:ext>
            </a:extLst>
          </p:cNvPr>
          <p:cNvSpPr/>
          <p:nvPr/>
        </p:nvSpPr>
        <p:spPr>
          <a:xfrm>
            <a:off x="0" y="6492960"/>
            <a:ext cx="2133720" cy="365040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square" lIns="90000" tIns="46800" rIns="90000" bIns="4680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200" b="0" i="0" u="none" strike="noStrike" kern="1200" cap="none" spc="0" baseline="0">
                <a:ln>
                  <a:noFill/>
                </a:ln>
                <a:solidFill>
                  <a:srgbClr val="898989"/>
                </a:solidFill>
                <a:latin typeface="Calibri" pitchFamily="34"/>
                <a:ea typeface="Arial" pitchFamily="2"/>
                <a:cs typeface="Arial" pitchFamily="2"/>
              </a:rPr>
              <a:t>Aug 22, 2026</a:t>
            </a:r>
          </a:p>
        </p:txBody>
      </p:sp>
      <p:pic>
        <p:nvPicPr>
          <p:cNvPr id="7" name="">
            <a:extLst>
              <a:ext uri="{FF2B5EF4-FFF2-40B4-BE49-F238E27FC236}">
                <a16:creationId xmlns:a16="http://schemas.microsoft.com/office/drawing/2014/main" id="{7C8C777C-9C5F-F310-8F9A-56264032C24C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857159" y="360000"/>
            <a:ext cx="942839" cy="942839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219416DB-789B-B3E9-5ADE-CA4C14CE996F}"/>
              </a:ext>
            </a:extLst>
          </p:cNvPr>
          <p:cNvSpPr/>
          <p:nvPr/>
        </p:nvSpPr>
        <p:spPr>
          <a:xfrm>
            <a:off x="457200" y="360359"/>
            <a:ext cx="8229600" cy="1143000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IN" sz="3600" b="1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latin typeface="Times New Roman" pitchFamily="18"/>
                <a:ea typeface="Times New Roman" pitchFamily="18"/>
                <a:cs typeface="Times New Roman" pitchFamily="18"/>
              </a:rPr>
              <a:t>References</a:t>
            </a:r>
            <a:br>
              <a:rPr lang="en-IN" sz="3600" b="1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latin typeface="Times New Roman" pitchFamily="18"/>
                <a:ea typeface="Times New Roman" pitchFamily="18"/>
                <a:cs typeface="Times New Roman" pitchFamily="18"/>
              </a:rPr>
            </a:br>
            <a:endParaRPr lang="en-IN" sz="3600" b="1" i="0" u="none" strike="noStrike" kern="1200" cap="none" spc="0" baseline="0">
              <a:ln>
                <a:noFill/>
              </a:ln>
              <a:solidFill>
                <a:srgbClr val="000000"/>
              </a:solidFill>
              <a:latin typeface="Times New Roman" pitchFamily="18"/>
              <a:ea typeface="Times New Roman" pitchFamily="18"/>
              <a:cs typeface="Times New Roman" pitchFamily="18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3661E2BA-6EAC-A3E2-D37A-C6F9DB3F6DF5}"/>
              </a:ext>
            </a:extLst>
          </p:cNvPr>
          <p:cNvSpPr/>
          <p:nvPr/>
        </p:nvSpPr>
        <p:spPr>
          <a:xfrm>
            <a:off x="457200" y="1234080"/>
            <a:ext cx="8229600" cy="4525920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0">
            <a:noAutofit/>
          </a:bodyPr>
          <a:lstStyle/>
          <a:p>
            <a:pPr marL="0" marR="0" lvl="0" indent="0" algn="l" rtl="0" hangingPunct="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  <a:buClr>
                <a:srgbClr val="000000"/>
              </a:buClr>
              <a:buSzPct val="100000"/>
              <a:buFont typeface="Arial" pitchFamily="2"/>
              <a:buChar char="•"/>
              <a:tabLst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2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latin typeface="Times New Roman" pitchFamily="18"/>
                <a:ea typeface="Times New Roman" pitchFamily="18"/>
                <a:cs typeface="Times New Roman" pitchFamily="18"/>
              </a:rPr>
              <a:t>Yuan, X., et al. (2025). Strip R-CNN: Large Strip Convolution for Remote Sensing Object Detection. arXiv:2501.03775.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  <a:buClr>
                <a:srgbClr val="000000"/>
              </a:buClr>
              <a:buSzPct val="100000"/>
              <a:buFont typeface="Arial" pitchFamily="2"/>
              <a:buChar char="•"/>
              <a:tabLst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2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latin typeface="Times New Roman" pitchFamily="18"/>
                <a:ea typeface="Times New Roman" pitchFamily="18"/>
                <a:cs typeface="Times New Roman" pitchFamily="18"/>
              </a:rPr>
              <a:t>He, W., et al. (2025). A Survey on Uncertainty Quantification Methods for Deep Learning. ACM Computing Surveys.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  <a:buClr>
                <a:srgbClr val="000000"/>
              </a:buClr>
              <a:buSzPct val="100000"/>
              <a:buFont typeface="Arial" pitchFamily="2"/>
              <a:buChar char="•"/>
              <a:tabLst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2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latin typeface="Times New Roman" pitchFamily="18"/>
                <a:ea typeface="Times New Roman" pitchFamily="18"/>
                <a:cs typeface="Times New Roman" pitchFamily="18"/>
              </a:rPr>
              <a:t>Alzubaidi, L., et al. (2025). Review of Deep Learning: Concepts, CNN Architectures, Challenges, Applications, Future Directions. Journal of Big Data.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  <a:buClr>
                <a:srgbClr val="000000"/>
              </a:buClr>
              <a:buSzPct val="100000"/>
              <a:buFont typeface="Arial" pitchFamily="2"/>
              <a:buChar char="•"/>
              <a:tabLst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2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latin typeface="Times New Roman" pitchFamily="18"/>
                <a:ea typeface="Times New Roman" pitchFamily="18"/>
                <a:cs typeface="Times New Roman" pitchFamily="18"/>
              </a:rPr>
              <a:t>Ghaffar Nia, N., et al. (2023). Evaluation of Artificial Intelligence Techniques in Disease Diagnosis and Prediction. Discover Artificial Intelligence.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  <a:buClr>
                <a:srgbClr val="000000"/>
              </a:buClr>
              <a:buSzPct val="100000"/>
              <a:buFont typeface="Arial" pitchFamily="2"/>
              <a:buChar char="•"/>
              <a:tabLst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2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latin typeface="Times New Roman" pitchFamily="18"/>
                <a:ea typeface="Times New Roman" pitchFamily="18"/>
                <a:cs typeface="Times New Roman" pitchFamily="18"/>
              </a:rPr>
              <a:t>Salehi, A. W., et al. (2023). A Study of CNN and Transfer Learning in Medical Imaging... Sustainability.</a:t>
            </a:r>
          </a:p>
          <a:p>
            <a:pPr marL="343080" marR="0" lvl="0" indent="-343080" algn="l" rtl="0" hangingPunct="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  <a:buNone/>
              <a:tabLst>
                <a:tab pos="343080" algn="l"/>
                <a:tab pos="1257480" algn="l"/>
                <a:tab pos="2171880" algn="l"/>
                <a:tab pos="3086279" algn="l"/>
                <a:tab pos="4000680" algn="l"/>
                <a:tab pos="4915080" algn="l"/>
                <a:tab pos="5829479" algn="l"/>
                <a:tab pos="6743879" algn="l"/>
                <a:tab pos="7658280" algn="l"/>
                <a:tab pos="8572680" algn="l"/>
                <a:tab pos="9487080" algn="l"/>
                <a:tab pos="10401480" algn="l"/>
                <a:tab pos="10676160" algn="l"/>
                <a:tab pos="11125440" algn="l"/>
              </a:tabLst>
            </a:pPr>
            <a:endParaRPr lang="en-US" sz="2200" b="0" i="0" u="none" strike="noStrike" kern="1200" cap="none" spc="0" baseline="0">
              <a:ln>
                <a:noFill/>
              </a:ln>
              <a:solidFill>
                <a:srgbClr val="000000"/>
              </a:solidFill>
              <a:latin typeface="Times New Roman" pitchFamily="18"/>
              <a:ea typeface="Times New Roman" pitchFamily="18"/>
              <a:cs typeface="Times New Roman" pitchFamily="18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AF5AE868-9991-C085-7855-94B271A0ECFE}"/>
              </a:ext>
            </a:extLst>
          </p:cNvPr>
          <p:cNvSpPr/>
          <p:nvPr/>
        </p:nvSpPr>
        <p:spPr>
          <a:xfrm>
            <a:off x="785880" y="6492960"/>
            <a:ext cx="7929360" cy="365040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square" lIns="90000" tIns="46800" rIns="90000" bIns="4680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IN" sz="1200" b="0" i="0" u="none" strike="noStrike" kern="1200" cap="none" spc="0" baseline="0">
                <a:ln>
                  <a:noFill/>
                </a:ln>
                <a:solidFill>
                  <a:srgbClr val="898989"/>
                </a:solidFill>
                <a:latin typeface="Calibri" pitchFamily="34"/>
                <a:ea typeface="Arial" pitchFamily="2"/>
                <a:cs typeface="Arial" pitchFamily="2"/>
              </a:rPr>
              <a:t>Department of Computer Engineering, International Institute of Information Technology, Hinjawadi, Pune-411057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C21F3BDC-AEBB-9B69-B789-DF0A388B21CD}"/>
              </a:ext>
            </a:extLst>
          </p:cNvPr>
          <p:cNvSpPr/>
          <p:nvPr/>
        </p:nvSpPr>
        <p:spPr>
          <a:xfrm>
            <a:off x="7010280" y="6492960"/>
            <a:ext cx="2133720" cy="365040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square" lIns="90000" tIns="46800" rIns="90000" bIns="46800" anchor="ctr" anchorCtr="0" compatLnSpc="0">
            <a:no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fld id="{E7D111CE-EC96-40E7-9882-7D760D198756}" type="slidenum">
              <a:t>11</a:t>
            </a:fld>
            <a:endParaRPr lang="en-IN" sz="1200" b="0" i="0" u="none" strike="noStrike" kern="1200" cap="none" spc="0" baseline="0">
              <a:ln>
                <a:noFill/>
              </a:ln>
              <a:solidFill>
                <a:srgbClr val="898989"/>
              </a:solidFill>
              <a:latin typeface="Calibri" pitchFamily="34"/>
              <a:ea typeface="Arial" pitchFamily="2"/>
              <a:cs typeface="Arial" pitchFamily="2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44C12173-1BA3-2AC4-FEC3-241F40C3269B}"/>
              </a:ext>
            </a:extLst>
          </p:cNvPr>
          <p:cNvSpPr/>
          <p:nvPr/>
        </p:nvSpPr>
        <p:spPr>
          <a:xfrm>
            <a:off x="0" y="6492960"/>
            <a:ext cx="2133720" cy="365040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square" lIns="90000" tIns="46800" rIns="90000" bIns="4680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200" b="0" i="0" u="none" strike="noStrike" kern="1200" cap="none" spc="0" baseline="0">
                <a:ln>
                  <a:noFill/>
                </a:ln>
                <a:solidFill>
                  <a:srgbClr val="898989"/>
                </a:solidFill>
                <a:latin typeface="Calibri" pitchFamily="34"/>
                <a:ea typeface="Arial" pitchFamily="2"/>
                <a:cs typeface="Arial" pitchFamily="2"/>
              </a:rPr>
              <a:t>Aug 22, 2026</a:t>
            </a:r>
          </a:p>
        </p:txBody>
      </p:sp>
      <p:pic>
        <p:nvPicPr>
          <p:cNvPr id="7" name="">
            <a:extLst>
              <a:ext uri="{FF2B5EF4-FFF2-40B4-BE49-F238E27FC236}">
                <a16:creationId xmlns:a16="http://schemas.microsoft.com/office/drawing/2014/main" id="{918F48F1-1DF2-AE25-CCB9-20069247CDD1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764080" y="360359"/>
            <a:ext cx="655920" cy="655920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1E870CDC-25CF-FF07-310E-E9C0C10F4CD5}"/>
              </a:ext>
            </a:extLst>
          </p:cNvPr>
          <p:cNvSpPr/>
          <p:nvPr/>
        </p:nvSpPr>
        <p:spPr>
          <a:xfrm>
            <a:off x="785880" y="2316600"/>
            <a:ext cx="8229600" cy="1143000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IN" sz="6600" b="1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latin typeface="Times New Roman" pitchFamily="18"/>
                <a:ea typeface="Times New Roman" pitchFamily="18"/>
                <a:cs typeface="Times New Roman" pitchFamily="18"/>
              </a:rPr>
              <a:t>Queries</a:t>
            </a:r>
            <a:r>
              <a:rPr lang="en-IN" sz="3600" b="1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latin typeface="Times New Roman" pitchFamily="18"/>
                <a:ea typeface="Times New Roman" pitchFamily="18"/>
                <a:cs typeface="Times New Roman" pitchFamily="18"/>
              </a:rPr>
              <a:t>…?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EE733466-9947-8348-332A-6A47BE18C31A}"/>
              </a:ext>
            </a:extLst>
          </p:cNvPr>
          <p:cNvSpPr/>
          <p:nvPr/>
        </p:nvSpPr>
        <p:spPr>
          <a:xfrm>
            <a:off x="785880" y="6492960"/>
            <a:ext cx="7929360" cy="365040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square" lIns="90000" tIns="46800" rIns="90000" bIns="4680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IN" sz="1200" b="0" i="0" u="none" strike="noStrike" kern="1200" cap="none" spc="0" baseline="0">
                <a:ln>
                  <a:noFill/>
                </a:ln>
                <a:solidFill>
                  <a:srgbClr val="898989"/>
                </a:solidFill>
                <a:latin typeface="Calibri" pitchFamily="34"/>
                <a:ea typeface="Arial" pitchFamily="2"/>
                <a:cs typeface="Arial" pitchFamily="2"/>
              </a:rPr>
              <a:t>Department of Computer Engineering, International Institute of Information Technology, Hinjawadi, Pune-411057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03F04433-73D6-86D3-C43D-C267DC5AB932}"/>
              </a:ext>
            </a:extLst>
          </p:cNvPr>
          <p:cNvSpPr/>
          <p:nvPr/>
        </p:nvSpPr>
        <p:spPr>
          <a:xfrm>
            <a:off x="7010280" y="6492960"/>
            <a:ext cx="2133720" cy="365040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square" lIns="90000" tIns="46800" rIns="90000" bIns="46800" anchor="ctr" anchorCtr="0" compatLnSpc="0">
            <a:no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fld id="{BC033BA9-1056-47FC-86C8-CF918A056FD8}" type="slidenum">
              <a:t>12</a:t>
            </a:fld>
            <a:endParaRPr lang="en-IN" sz="1200" b="0" i="0" u="none" strike="noStrike" kern="1200" cap="none" spc="0" baseline="0">
              <a:ln>
                <a:noFill/>
              </a:ln>
              <a:solidFill>
                <a:srgbClr val="898989"/>
              </a:solidFill>
              <a:latin typeface="Calibri" pitchFamily="34"/>
              <a:ea typeface="Arial" pitchFamily="2"/>
              <a:cs typeface="Arial" pitchFamily="2"/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018EF766-A62B-BDC9-77A1-99DE753055DC}"/>
              </a:ext>
            </a:extLst>
          </p:cNvPr>
          <p:cNvSpPr/>
          <p:nvPr/>
        </p:nvSpPr>
        <p:spPr>
          <a:xfrm>
            <a:off x="0" y="6492960"/>
            <a:ext cx="2133720" cy="365040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square" lIns="90000" tIns="46800" rIns="90000" bIns="4680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200" b="0" i="0" u="none" strike="noStrike" kern="1200" cap="none" spc="0" baseline="0">
                <a:ln>
                  <a:noFill/>
                </a:ln>
                <a:solidFill>
                  <a:srgbClr val="898989"/>
                </a:solidFill>
                <a:latin typeface="Calibri" pitchFamily="34"/>
                <a:ea typeface="Arial" pitchFamily="2"/>
                <a:cs typeface="Arial" pitchFamily="2"/>
              </a:rPr>
              <a:t>Aug 22, 2026</a:t>
            </a:r>
          </a:p>
        </p:txBody>
      </p:sp>
      <p:pic>
        <p:nvPicPr>
          <p:cNvPr id="6" name="Picture 9">
            <a:extLst>
              <a:ext uri="{FF2B5EF4-FFF2-40B4-BE49-F238E27FC236}">
                <a16:creationId xmlns:a16="http://schemas.microsoft.com/office/drawing/2014/main" id="{33C10FB9-C8EE-CEAD-107F-C3413046AF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8400" y="2316600"/>
            <a:ext cx="1610280" cy="1610280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9B4FCA8D-4F5F-7516-299F-658AEACFF3F4}"/>
              </a:ext>
            </a:extLst>
          </p:cNvPr>
          <p:cNvSpPr/>
          <p:nvPr/>
        </p:nvSpPr>
        <p:spPr>
          <a:xfrm>
            <a:off x="2987279" y="3690360"/>
            <a:ext cx="6156720" cy="1143000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IN" sz="6600" b="1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latin typeface="Times New Roman" pitchFamily="18"/>
                <a:ea typeface="Times New Roman" pitchFamily="18"/>
                <a:cs typeface="Times New Roman" pitchFamily="18"/>
              </a:rPr>
              <a:t>Thank You….!</a:t>
            </a:r>
            <a:br>
              <a:rPr lang="en-IN" sz="4400" b="1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latin typeface="Times New Roman" pitchFamily="18"/>
                <a:ea typeface="Times New Roman" pitchFamily="18"/>
                <a:cs typeface="Times New Roman" pitchFamily="18"/>
              </a:rPr>
            </a:br>
            <a:endParaRPr lang="en-IN" sz="4400" b="1" i="0" u="none" strike="noStrike" kern="1200" cap="none" spc="0" baseline="0">
              <a:ln>
                <a:noFill/>
              </a:ln>
              <a:solidFill>
                <a:srgbClr val="000000"/>
              </a:solidFill>
              <a:latin typeface="Times New Roman" pitchFamily="18"/>
              <a:ea typeface="Times New Roman" pitchFamily="18"/>
              <a:cs typeface="Times New Roman" pitchFamily="18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E37E6869-7DB2-D279-AFED-83ECC080670D}"/>
              </a:ext>
            </a:extLst>
          </p:cNvPr>
          <p:cNvSpPr/>
          <p:nvPr/>
        </p:nvSpPr>
        <p:spPr>
          <a:xfrm>
            <a:off x="785880" y="6492960"/>
            <a:ext cx="7929360" cy="365040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square" lIns="90000" tIns="46800" rIns="90000" bIns="4680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IN" sz="1200" b="0" i="0" u="none" strike="noStrike" kern="1200" cap="none" spc="0" baseline="0">
                <a:ln>
                  <a:noFill/>
                </a:ln>
                <a:solidFill>
                  <a:srgbClr val="898989"/>
                </a:solidFill>
                <a:latin typeface="Calibri" pitchFamily="34"/>
                <a:ea typeface="Arial" pitchFamily="2"/>
                <a:cs typeface="Arial" pitchFamily="2"/>
              </a:rPr>
              <a:t>Department of Computer Engineering, International Institute of Information Technology, Hinjawadi, Pune-411057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2B031168-1BB2-F0E8-D546-D5F804504085}"/>
              </a:ext>
            </a:extLst>
          </p:cNvPr>
          <p:cNvSpPr/>
          <p:nvPr/>
        </p:nvSpPr>
        <p:spPr>
          <a:xfrm>
            <a:off x="7010280" y="6492960"/>
            <a:ext cx="2133720" cy="365040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square" lIns="90000" tIns="46800" rIns="90000" bIns="46800" anchor="ctr" anchorCtr="0" compatLnSpc="0">
            <a:no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fld id="{FBEAD108-BDC9-4CC6-B672-0815C4E58AD9}" type="slidenum">
              <a:t>13</a:t>
            </a:fld>
            <a:endParaRPr lang="en-IN" sz="1200" b="0" i="0" u="none" strike="noStrike" kern="1200" cap="none" spc="0" baseline="0">
              <a:ln>
                <a:noFill/>
              </a:ln>
              <a:solidFill>
                <a:srgbClr val="898989"/>
              </a:solidFill>
              <a:latin typeface="Calibri" pitchFamily="34"/>
              <a:ea typeface="Arial" pitchFamily="2"/>
              <a:cs typeface="Arial" pitchFamily="2"/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C581669C-5CA8-340C-3B5A-02AE3482BB6F}"/>
              </a:ext>
            </a:extLst>
          </p:cNvPr>
          <p:cNvSpPr/>
          <p:nvPr/>
        </p:nvSpPr>
        <p:spPr>
          <a:xfrm>
            <a:off x="0" y="6492960"/>
            <a:ext cx="2133720" cy="365040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square" lIns="90000" tIns="46800" rIns="90000" bIns="4680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200" b="0" i="0" u="none" strike="noStrike" kern="1200" cap="none" spc="0" baseline="0">
                <a:ln>
                  <a:noFill/>
                </a:ln>
                <a:solidFill>
                  <a:srgbClr val="898989"/>
                </a:solidFill>
                <a:latin typeface="Calibri" pitchFamily="34"/>
                <a:ea typeface="Arial" pitchFamily="2"/>
                <a:cs typeface="Arial" pitchFamily="2"/>
              </a:rPr>
              <a:t>Aug 22 2026</a:t>
            </a:r>
          </a:p>
        </p:txBody>
      </p:sp>
      <p:pic>
        <p:nvPicPr>
          <p:cNvPr id="6" name="Picture 8">
            <a:extLst>
              <a:ext uri="{FF2B5EF4-FFF2-40B4-BE49-F238E27FC236}">
                <a16:creationId xmlns:a16="http://schemas.microsoft.com/office/drawing/2014/main" id="{52F38ACF-7159-4D95-F194-B2D0439245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080" y="1463039"/>
            <a:ext cx="3662640" cy="3662640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73917B0F-0B89-8E05-2CD4-E3C485B576AD}"/>
              </a:ext>
            </a:extLst>
          </p:cNvPr>
          <p:cNvSpPr/>
          <p:nvPr/>
        </p:nvSpPr>
        <p:spPr>
          <a:xfrm>
            <a:off x="785880" y="6492960"/>
            <a:ext cx="7929360" cy="365040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square" lIns="90000" tIns="46800" rIns="90000" bIns="4680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IN" sz="1200" b="0" i="0" u="none" strike="noStrike" kern="1200" cap="none" spc="0" baseline="0">
                <a:ln>
                  <a:noFill/>
                </a:ln>
                <a:solidFill>
                  <a:srgbClr val="898989"/>
                </a:solidFill>
                <a:latin typeface="Calibri" pitchFamily="34"/>
                <a:ea typeface="Arial" pitchFamily="2"/>
                <a:cs typeface="Arial" pitchFamily="2"/>
              </a:rPr>
              <a:t>Department of Computer Engineering, International Institute of Information Technology, Hinjawadi, Pune-411057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45C77BBF-BA3A-411C-A797-E1D81E869F86}"/>
              </a:ext>
            </a:extLst>
          </p:cNvPr>
          <p:cNvSpPr/>
          <p:nvPr/>
        </p:nvSpPr>
        <p:spPr>
          <a:xfrm>
            <a:off x="7010280" y="6492960"/>
            <a:ext cx="2133720" cy="365040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square" lIns="90000" tIns="46800" rIns="90000" bIns="46800" anchor="ctr" anchorCtr="0" compatLnSpc="0">
            <a:no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fld id="{76DF0A68-2D80-438F-8AA6-24A1D8AEA084}" type="slidenum">
              <a:t>10</a:t>
            </a:fld>
            <a:endParaRPr lang="en-IN" sz="1200" b="0" i="0" u="none" strike="noStrike" kern="1200" cap="none" spc="0" baseline="0">
              <a:ln>
                <a:noFill/>
              </a:ln>
              <a:solidFill>
                <a:srgbClr val="898989"/>
              </a:solidFill>
              <a:latin typeface="Calibri" pitchFamily="34"/>
              <a:ea typeface="Arial" pitchFamily="2"/>
              <a:cs typeface="Arial" pitchFamily="2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596E8B9-FA25-E8C9-F908-21CA55561F5F}"/>
              </a:ext>
            </a:extLst>
          </p:cNvPr>
          <p:cNvSpPr/>
          <p:nvPr/>
        </p:nvSpPr>
        <p:spPr>
          <a:xfrm>
            <a:off x="0" y="6492960"/>
            <a:ext cx="2133720" cy="365040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square" lIns="90000" tIns="46800" rIns="90000" bIns="4680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200" b="0" i="0" u="none" strike="noStrike" kern="1200" cap="none" spc="0" baseline="0">
                <a:ln>
                  <a:noFill/>
                </a:ln>
                <a:solidFill>
                  <a:srgbClr val="898989"/>
                </a:solidFill>
                <a:latin typeface="Calibri" pitchFamily="34"/>
                <a:ea typeface="Arial" pitchFamily="2"/>
                <a:cs typeface="Arial" pitchFamily="2"/>
              </a:rPr>
              <a:t>9-Oct-26</a:t>
            </a:r>
          </a:p>
        </p:txBody>
      </p:sp>
      <p:sp>
        <p:nvSpPr>
          <p:cNvPr id="100" name="Inserted title">
            <a:extLst>
              <a:ext uri="{FF2B5EF4-FFF2-40B4-BE49-F238E27FC236}">
                <a16:creationId xmlns:a16="http://schemas.microsoft.com/office/drawing/2014/main" id="{644884F5-59F6-4A0B-8316-B753059B3A5A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82296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 algn="ctr">
              <a:defRPr sz="3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3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Progress &amp; Technical Understanding</a:t>
            </a:r>
          </a:p>
        </p:txBody>
      </p:sp>
      <p:sp>
        <p:nvSpPr>
          <p:cNvPr id="101" name="Inserted body">
            <a:extLst>
              <a:ext uri="{FF2B5EF4-FFF2-40B4-BE49-F238E27FC236}">
                <a16:creationId xmlns:a16="http://schemas.microsoft.com/office/drawing/2014/main" id="{1424653B-0A4B-4ED3-B983-B0586D08B44C}"/>
              </a:ext>
            </a:extLst>
          </p:cNvPr>
          <p:cNvSpPr>
            <a:spLocks noGrp="1"/>
          </p:cNvSpPr>
          <p:nvPr/>
        </p:nvSpPr>
        <p:spPr>
          <a:xfrm>
            <a:off x="457200" y="1381125"/>
            <a:ext cx="8229600" cy="466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marL="228600" indent="-114300">
              <a:spcAft>
                <a:spcPts val="1400"/>
              </a:spcAft>
              <a:buChar char="•"/>
              <a:defRPr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Detailed study: retinal vessel segmentation using an encoder-decoder U-Net.</a:t>
            </a:r>
          </a:p>
          <a:p>
            <a:pPr marL="228600" indent="-114300">
              <a:spcAft>
                <a:spcPts val="1400"/>
              </a:spcAft>
              <a:buChar char="•"/>
              <a:defRPr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Strip convolutions: horizontal 1 × 7 and vertical 7 × 1 filters capture directional features.</a:t>
            </a:r>
          </a:p>
          <a:p>
            <a:pPr marL="228600" indent="-114300">
              <a:spcAft>
                <a:spcPts val="1400"/>
              </a:spcAft>
              <a:buChar char="•"/>
              <a:defRPr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Monte Carlo dropout: repeated predictions produce a mean vessel map and variance map.</a:t>
            </a:r>
          </a:p>
          <a:p>
            <a:pPr marL="228600" indent="-114300">
              <a:spcAft>
                <a:spcPts val="1400"/>
              </a:spcAft>
              <a:buChar char="•"/>
              <a:defRPr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Technologies explored: Python, PyTorch, OpenCV, Streamlit and WebRTC.</a:t>
            </a:r>
          </a:p>
          <a:p>
            <a:pPr marL="228600" indent="-114300">
              <a:spcAft>
                <a:spcPts val="1400"/>
              </a:spcAft>
              <a:buChar char="•"/>
              <a:defRPr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Implementation: vessel segmentation, fracture localization, pneumonia screening and PDF reports.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73917B0F-0B89-8E05-2CD4-E3C485B576AD}"/>
              </a:ext>
            </a:extLst>
          </p:cNvPr>
          <p:cNvSpPr/>
          <p:nvPr/>
        </p:nvSpPr>
        <p:spPr>
          <a:xfrm>
            <a:off x="785880" y="6492960"/>
            <a:ext cx="7929360" cy="365040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square" lIns="90000" tIns="46800" rIns="90000" bIns="4680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IN" sz="1200" b="0" i="0" u="none" strike="noStrike" kern="1200" cap="none" spc="0" baseline="0">
                <a:ln>
                  <a:noFill/>
                </a:ln>
                <a:solidFill>
                  <a:srgbClr val="898989"/>
                </a:solidFill>
                <a:latin typeface="Calibri" pitchFamily="34"/>
                <a:ea typeface="Arial" pitchFamily="2"/>
                <a:cs typeface="Arial" pitchFamily="2"/>
              </a:rPr>
              <a:t>Department of Computer Engineering, International Institute of Information Technology, Hinjawadi, Pune-411057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45C77BBF-BA3A-411C-A797-E1D81E869F86}"/>
              </a:ext>
            </a:extLst>
          </p:cNvPr>
          <p:cNvSpPr/>
          <p:nvPr/>
        </p:nvSpPr>
        <p:spPr>
          <a:xfrm>
            <a:off x="7010280" y="6492960"/>
            <a:ext cx="2133720" cy="365040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square" lIns="90000" tIns="46800" rIns="90000" bIns="46800" anchor="ctr" anchorCtr="0" compatLnSpc="0">
            <a:no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fld id="{76DF0A68-2D80-438F-8AA6-24A1D8AEA084}" type="slidenum">
              <a:t>11</a:t>
            </a:fld>
            <a:endParaRPr lang="en-IN" sz="1200" b="0" i="0" u="none" strike="noStrike" kern="1200" cap="none" spc="0" baseline="0">
              <a:ln>
                <a:noFill/>
              </a:ln>
              <a:solidFill>
                <a:srgbClr val="898989"/>
              </a:solidFill>
              <a:latin typeface="Calibri" pitchFamily="34"/>
              <a:ea typeface="Arial" pitchFamily="2"/>
              <a:cs typeface="Arial" pitchFamily="2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596E8B9-FA25-E8C9-F908-21CA55561F5F}"/>
              </a:ext>
            </a:extLst>
          </p:cNvPr>
          <p:cNvSpPr/>
          <p:nvPr/>
        </p:nvSpPr>
        <p:spPr>
          <a:xfrm>
            <a:off x="0" y="6492960"/>
            <a:ext cx="2133720" cy="365040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square" lIns="90000" tIns="46800" rIns="90000" bIns="4680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200" b="0" i="0" u="none" strike="noStrike" kern="1200" cap="none" spc="0" baseline="0">
                <a:ln>
                  <a:noFill/>
                </a:ln>
                <a:solidFill>
                  <a:srgbClr val="898989"/>
                </a:solidFill>
                <a:latin typeface="Calibri" pitchFamily="34"/>
                <a:ea typeface="Arial" pitchFamily="2"/>
                <a:cs typeface="Arial" pitchFamily="2"/>
              </a:rPr>
              <a:t>9-Oct-26</a:t>
            </a:r>
          </a:p>
        </p:txBody>
      </p:sp>
      <p:sp>
        <p:nvSpPr>
          <p:cNvPr id="100" name="Inserted title">
            <a:extLst>
              <a:ext uri="{FF2B5EF4-FFF2-40B4-BE49-F238E27FC236}">
                <a16:creationId xmlns:a16="http://schemas.microsoft.com/office/drawing/2014/main" id="{DE0374FD-43AE-4948-AAF3-BFFD7FFC31F8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82296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 algn="ctr">
              <a:defRPr sz="3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3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Analysis &amp; Findings</a:t>
            </a:r>
          </a:p>
        </p:txBody>
      </p:sp>
      <p:sp>
        <p:nvSpPr>
          <p:cNvPr id="101" name="Inserted body">
            <a:extLst>
              <a:ext uri="{FF2B5EF4-FFF2-40B4-BE49-F238E27FC236}">
                <a16:creationId xmlns:a16="http://schemas.microsoft.com/office/drawing/2014/main" id="{F9DBF4D2-8AD5-45F8-AB73-216E09889196}"/>
              </a:ext>
            </a:extLst>
          </p:cNvPr>
          <p:cNvSpPr>
            <a:spLocks noGrp="1"/>
          </p:cNvSpPr>
          <p:nvPr/>
        </p:nvSpPr>
        <p:spPr>
          <a:xfrm>
            <a:off x="457200" y="1381125"/>
            <a:ext cx="8229600" cy="466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marL="228600" indent="-114300">
              <a:spcAft>
                <a:spcPts val="1400"/>
              </a:spcAft>
              <a:buChar char="•"/>
              <a:defRPr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Approach comparison: square filters collect local features. Strip filters focus on horizontal and vertical patterns.</a:t>
            </a:r>
          </a:p>
          <a:p>
            <a:pPr marL="228600" indent="-114300">
              <a:spcAft>
                <a:spcPts val="1400"/>
              </a:spcAft>
              <a:buChar char="•"/>
              <a:defRPr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Uncertainty comparison: deterministic inference gives one prediction. Dropout sampling shows variation across runs.</a:t>
            </a:r>
          </a:p>
          <a:p>
            <a:pPr marL="228600" indent="-114300">
              <a:spcAft>
                <a:spcPts val="1400"/>
              </a:spcAft>
              <a:buChar char="•"/>
              <a:defRPr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Pneumonia test findings: AUROC 0.95549, sensitivity 98.46% and specificity 65.81%. False alarms remain common.</a:t>
            </a:r>
          </a:p>
          <a:p>
            <a:pPr marL="228600" indent="-114300">
              <a:spcAft>
                <a:spcPts val="1400"/>
              </a:spcAft>
              <a:buChar char="•"/>
              <a:defRPr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Fracture findings: the published checkpoint has 47.3% recall. A negative screen can miss fractures.</a:t>
            </a:r>
          </a:p>
          <a:p>
            <a:pPr marL="228600" indent="-114300">
              <a:spcAft>
                <a:spcPts val="1400"/>
              </a:spcAft>
              <a:buChar char="•"/>
              <a:defRPr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Key observation: controlled square-versus-strip results and independent retinal validation remain pending.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645</TotalTime>
  <Words>1009</Words>
  <Application>Microsoft Office PowerPoint</Application>
  <PresentationFormat>Widescreen</PresentationFormat>
  <Paragraphs>135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Aptos</vt:lpstr>
      <vt:lpstr>Arial</vt:lpstr>
      <vt:lpstr>Calibri</vt:lpstr>
      <vt:lpstr>Liberation Sans</vt:lpstr>
      <vt:lpstr>Liberation Serif</vt:lpstr>
      <vt:lpstr>OpenSymbol</vt:lpstr>
      <vt:lpstr>Times New Roman</vt:lpstr>
      <vt:lpstr>Default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ninads</dc:creator>
  <cp:lastModifiedBy>parthbhad23@gmail.com</cp:lastModifiedBy>
  <cp:revision>86</cp:revision>
  <cp:lastPrinted>2026-08-20T22:48:18Z</cp:lastPrinted>
  <dcterms:created xsi:type="dcterms:W3CDTF">2017-02-01T10:21:56Z</dcterms:created>
  <dcterms:modified xsi:type="dcterms:W3CDTF">2026-08-23T08:59:35Z</dcterms:modified>
</cp:coreProperties>
</file>